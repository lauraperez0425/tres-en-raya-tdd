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bda0f4a13b4542" /><Relationship Type="http://schemas.openxmlformats.org/officeDocument/2006/relationships/extended-properties" Target="/docProps/app.xml" Id="Rde085554dc0b463b" /><Relationship Type="http://schemas.openxmlformats.org/officeDocument/2006/relationships/officeDocument" Target="/ppt/presentation.xml" Id="Rd8af7329896a49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27b8a21a64881"/>
  </p:sldMasterIdLst>
  <p:notesMasterIdLst>
    <p:notesMasterId xmlns:r="http://schemas.openxmlformats.org/officeDocument/2006/relationships" r:id="Rf1dd1a4be6f24439"/>
  </p:notesMasterIdLst>
  <p:sldIdLst>
    <p:sldId xmlns:r="http://schemas.openxmlformats.org/officeDocument/2006/relationships" id="256" r:id="R30a6b1d128a44fa1"/>
    <p:sldId xmlns:r="http://schemas.openxmlformats.org/officeDocument/2006/relationships" id="257" r:id="R3659967d639f4603"/>
    <p:sldId xmlns:r="http://schemas.openxmlformats.org/officeDocument/2006/relationships" id="258" r:id="Rd91801647c5440f6"/>
    <p:sldId xmlns:r="http://schemas.openxmlformats.org/officeDocument/2006/relationships" id="259" r:id="R6962689a1bee4722"/>
    <p:sldId xmlns:r="http://schemas.openxmlformats.org/officeDocument/2006/relationships" id="260" r:id="R55b5e0ef68c64512"/>
    <p:sldId xmlns:r="http://schemas.openxmlformats.org/officeDocument/2006/relationships" id="261" r:id="R17502e1a531f4b83"/>
    <p:sldId xmlns:r="http://schemas.openxmlformats.org/officeDocument/2006/relationships" id="262" r:id="Rc95dfdb432f3475a"/>
    <p:sldId xmlns:r="http://schemas.openxmlformats.org/officeDocument/2006/relationships" id="263" r:id="R32e4db281f1b40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e37406a61348de" /><Relationship Type="http://schemas.openxmlformats.org/officeDocument/2006/relationships/slideMaster" Target="/ppt/slideMasters/slideMaster1.xml" Id="Rcde27b8a21a64881" /><Relationship Type="http://schemas.openxmlformats.org/officeDocument/2006/relationships/notesMaster" Target="/ppt/notesMasters/notesMaster1.xml" Id="Rf1dd1a4be6f24439" /><Relationship Type="http://schemas.openxmlformats.org/officeDocument/2006/relationships/presProps" Target="/ppt/presProps.xml" Id="R5812505deb01402a" /><Relationship Type="http://schemas.openxmlformats.org/officeDocument/2006/relationships/tableStyles" Target="/ppt/tableStyles.xml" Id="R1169399513f84a2f" /><Relationship Type="http://schemas.openxmlformats.org/officeDocument/2006/relationships/slide" Target="/ppt/slides/slide1.xml" Id="R30a6b1d128a44fa1" /><Relationship Type="http://schemas.openxmlformats.org/officeDocument/2006/relationships/slide" Target="/ppt/slides/slide2.xml" Id="R3659967d639f4603" /><Relationship Type="http://schemas.openxmlformats.org/officeDocument/2006/relationships/slide" Target="/ppt/slides/slide3.xml" Id="Rd91801647c5440f6" /><Relationship Type="http://schemas.openxmlformats.org/officeDocument/2006/relationships/slide" Target="/ppt/slides/slide4.xml" Id="R6962689a1bee4722" /><Relationship Type="http://schemas.openxmlformats.org/officeDocument/2006/relationships/slide" Target="/ppt/slides/slide5.xml" Id="R55b5e0ef68c64512" /><Relationship Type="http://schemas.openxmlformats.org/officeDocument/2006/relationships/slide" Target="/ppt/slides/slide6.xml" Id="R17502e1a531f4b83" /><Relationship Type="http://schemas.openxmlformats.org/officeDocument/2006/relationships/slide" Target="/ppt/slides/slide7.xml" Id="Rc95dfdb432f3475a" /><Relationship Type="http://schemas.openxmlformats.org/officeDocument/2006/relationships/slide" Target="/ppt/slides/slide8.xml" Id="R32e4db281f1b40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ad00379db42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a03345b78f4a3b" /><Relationship Type="http://schemas.openxmlformats.org/officeDocument/2006/relationships/notesMaster" Target="/ppt/notesMasters/notesMaster1.xml" Id="R4d23bd57b8134a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4e44d1953408c" /><Relationship Type="http://schemas.openxmlformats.org/officeDocument/2006/relationships/notesMaster" Target="/ppt/notesMasters/notesMaster1.xml" Id="R0e8fd563486443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258393267244f3" /><Relationship Type="http://schemas.openxmlformats.org/officeDocument/2006/relationships/notesMaster" Target="/ppt/notesMasters/notesMaster1.xml" Id="Rf4e42761a3cc4b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27beb9f1e248a4" /><Relationship Type="http://schemas.openxmlformats.org/officeDocument/2006/relationships/notesMaster" Target="/ppt/notesMasters/notesMaster1.xml" Id="R989f3738c00c4b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80a12abb7541b8" /><Relationship Type="http://schemas.openxmlformats.org/officeDocument/2006/relationships/notesMaster" Target="/ppt/notesMasters/notesMaster1.xml" Id="Rc0a95f6bae354f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7dbc2974fa4820" /><Relationship Type="http://schemas.openxmlformats.org/officeDocument/2006/relationships/notesMaster" Target="/ppt/notesMasters/notesMaster1.xml" Id="R918d47ec3ceb49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7a8ff7c8a42da" /><Relationship Type="http://schemas.openxmlformats.org/officeDocument/2006/relationships/notesMaster" Target="/ppt/notesMasters/notesMaster1.xml" Id="R50ec7ca907b242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b14653be3044f2" /><Relationship Type="http://schemas.openxmlformats.org/officeDocument/2006/relationships/notesMaster" Target="/ppt/notesMasters/notesMaster1.xml" Id="R6d992efc9e8843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42e2d9d744b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36d2d7c0346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4dbd9b6684c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24e11fa694c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ca32b09bb4e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c37e5af9c47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2E3F84-2D4D-4B9F-B082-55D3026B0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0E73CA-3350-4048-8E49-816334082E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D30D0F-2847-42B5-B33F-B7D743932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15898E-F4C6-444B-B74E-FB5EF1127E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E78A09-CD3F-4DE4-BD8C-1BB9F6196D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5F2484-7C8A-479A-B193-181EB8FEA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296D06-9ED8-4090-895A-C8C2F1BBD1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87B4C2-2C8A-438D-B88B-65A9F3B3A8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0E518F-CDD9-48CF-9E5C-246A2D9EB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FB421-0F3D-4B14-916E-090884B8D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2f527bcc0a48ca" /><Relationship Type="http://schemas.openxmlformats.org/officeDocument/2006/relationships/slideLayout" Target="/ppt/slideLayouts/slideLayout1.xml" Id="R0fa2c85e2c3b4e7b" /><Relationship Type="http://schemas.openxmlformats.org/officeDocument/2006/relationships/slideLayout" Target="/ppt/slideLayouts/slideLayout2.xml" Id="Reb934ee48fc641dc" /><Relationship Type="http://schemas.openxmlformats.org/officeDocument/2006/relationships/slideLayout" Target="/ppt/slideLayouts/slideLayout3.xml" Id="R7cf82607cd584870" /><Relationship Type="http://schemas.openxmlformats.org/officeDocument/2006/relationships/slideLayout" Target="/ppt/slideLayouts/slideLayout4.xml" Id="Rc563fafe2fce4801" /><Relationship Type="http://schemas.openxmlformats.org/officeDocument/2006/relationships/slideLayout" Target="/ppt/slideLayouts/slideLayout5.xml" Id="R51872068947f464f" /><Relationship Type="http://schemas.openxmlformats.org/officeDocument/2006/relationships/slideLayout" Target="/ppt/slideLayouts/slideLayout6.xml" Id="R90aed42b303249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a2c85e2c3b4e7b"/>
    <p:sldLayoutId xmlns:r="http://schemas.openxmlformats.org/officeDocument/2006/relationships" id="2147483650" r:id="Reb934ee48fc641dc"/>
    <p:sldLayoutId xmlns:r="http://schemas.openxmlformats.org/officeDocument/2006/relationships" id="2147483651" r:id="R7cf82607cd584870"/>
    <p:sldLayoutId xmlns:r="http://schemas.openxmlformats.org/officeDocument/2006/relationships" id="2147483652" r:id="Rc563fafe2fce4801"/>
    <p:sldLayoutId xmlns:r="http://schemas.openxmlformats.org/officeDocument/2006/relationships" id="2147483653" r:id="R51872068947f464f"/>
    <p:sldLayoutId xmlns:r="http://schemas.openxmlformats.org/officeDocument/2006/relationships" id="2147483654" r:id="R90aed42b303249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a90108eb94400" /><Relationship Type="http://schemas.openxmlformats.org/officeDocument/2006/relationships/notesSlide" Target="/ppt/notesSlides/notesSlide1.xml" Id="R7146209283d44c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6de0de5f3413a" /><Relationship Type="http://schemas.openxmlformats.org/officeDocument/2006/relationships/notesSlide" Target="/ppt/notesSlides/notesSlide2.xml" Id="R8d9dcdf9f56544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0cb6faeb64aa3" /><Relationship Type="http://schemas.openxmlformats.org/officeDocument/2006/relationships/notesSlide" Target="/ppt/notesSlides/notesSlide3.xml" Id="Rf4317c4c1a9a45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064e4f88a4e40" /><Relationship Type="http://schemas.openxmlformats.org/officeDocument/2006/relationships/notesSlide" Target="/ppt/notesSlides/notesSlide4.xml" Id="R25c8be24869343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cc0c1e6da428b" /><Relationship Type="http://schemas.openxmlformats.org/officeDocument/2006/relationships/notesSlide" Target="/ppt/notesSlides/notesSlide5.xml" Id="Rfb3b7adc765648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54c6a8aa74771" /><Relationship Type="http://schemas.openxmlformats.org/officeDocument/2006/relationships/notesSlide" Target="/ppt/notesSlides/notesSlide6.xml" Id="R60e810b4a42f40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7745031d945c2" /><Relationship Type="http://schemas.openxmlformats.org/officeDocument/2006/relationships/notesSlide" Target="/ppt/notesSlides/notesSlide7.xml" Id="R5d39d0d4c72f4a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6492b23a64e71" /><Relationship Type="http://schemas.openxmlformats.org/officeDocument/2006/relationships/notesSlide" Target="/ppt/notesSlides/notesSlide8.xml" Id="Rffb22d79e18549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B8C27-B166-4750-87D9-898A3ED4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FF6B4A"/>
                </a:solidFill>
              </a:defRPr>
            </a:defPPr>
            <a:lvl1pPr algn="l">
              <a:defRPr sz="1200" b="1">
                <a:solidFill>
                  <a:srgbClr val="FF6B4A"/>
                </a:solidFill>
              </a:defRPr>
            </a:lvl1pPr>
            <a:lvl2pPr algn="l">
              <a:defRPr sz="1200" b="1">
                <a:solidFill>
                  <a:srgbClr val="FF6B4A"/>
                </a:solidFill>
              </a:defRPr>
            </a:lvl2pPr>
            <a:lvl3pPr algn="l">
              <a:defRPr sz="1200" b="1">
                <a:solidFill>
                  <a:srgbClr val="FF6B4A"/>
                </a:solidFill>
              </a:defRPr>
            </a:lvl3pPr>
            <a:lvl4pPr algn="l">
              <a:defRPr sz="1200" b="1">
                <a:solidFill>
                  <a:srgbClr val="FF6B4A"/>
                </a:solidFill>
              </a:defRPr>
            </a:lvl4pPr>
            <a:lvl5pPr algn="l">
              <a:defRPr sz="1200" b="1">
                <a:solidFill>
                  <a:srgbClr val="FF6B4A"/>
                </a:solidFill>
              </a:defRPr>
            </a:lvl5pPr>
            <a:lvl6pPr algn="l">
              <a:defRPr sz="1200" b="1">
                <a:solidFill>
                  <a:srgbClr val="FF6B4A"/>
                </a:solidFill>
              </a:defRPr>
            </a:lvl6pPr>
            <a:lvl7pPr algn="l">
              <a:defRPr sz="1200" b="1">
                <a:solidFill>
                  <a:srgbClr val="FF6B4A"/>
                </a:solidFill>
              </a:defRPr>
            </a:lvl7pPr>
            <a:lvl8pPr algn="l">
              <a:defRPr sz="1200" b="1">
                <a:solidFill>
                  <a:srgbClr val="FF6B4A"/>
                </a:solidFill>
              </a:defRPr>
            </a:lvl8pPr>
            <a:lvl9pPr algn="l">
              <a:defRPr sz="120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6B4A"/>
                </a:solidFill>
              </a:defRPr>
            </a:pPr>
            <a:r>
              <a:rPr sz="1200" b="1">
                <a:solidFill>
                  <a:srgbClr val="FF6B4A"/>
                </a:solidFill>
              </a:rPr>
              <a:t>TALLER #6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317F9-FE94-423D-BD32-0C517DA6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</a:defRPr>
            </a:defPPr>
            <a:lvl1pPr algn="l">
              <a:defRPr sz="4050" b="1">
                <a:solidFill>
                  <a:srgbClr val="FFFFFF"/>
                </a:solidFill>
              </a:defRPr>
            </a:lvl1pPr>
            <a:lvl2pPr algn="l">
              <a:defRPr sz="4050" b="1">
                <a:solidFill>
                  <a:srgbClr val="FFFFFF"/>
                </a:solidFill>
              </a:defRPr>
            </a:lvl2pPr>
            <a:lvl3pPr algn="l">
              <a:defRPr sz="4050" b="1">
                <a:solidFill>
                  <a:srgbClr val="FFFFFF"/>
                </a:solidFill>
              </a:defRPr>
            </a:lvl3pPr>
            <a:lvl4pPr algn="l">
              <a:defRPr sz="4050" b="1">
                <a:solidFill>
                  <a:srgbClr val="FFFFFF"/>
                </a:solidFill>
              </a:defRPr>
            </a:lvl4pPr>
            <a:lvl5pPr algn="l">
              <a:defRPr sz="4050" b="1">
                <a:solidFill>
                  <a:srgbClr val="FFFFFF"/>
                </a:solidFill>
              </a:defRPr>
            </a:lvl5pPr>
            <a:lvl6pPr algn="l">
              <a:defRPr sz="4050" b="1">
                <a:solidFill>
                  <a:srgbClr val="FFFFFF"/>
                </a:solidFill>
              </a:defRPr>
            </a:lvl6pPr>
            <a:lvl7pPr algn="l">
              <a:defRPr sz="4050" b="1">
                <a:solidFill>
                  <a:srgbClr val="FFFFFF"/>
                </a:solidFill>
              </a:defRPr>
            </a:lvl7pPr>
            <a:lvl8pPr algn="l">
              <a:defRPr sz="4050" b="1">
                <a:solidFill>
                  <a:srgbClr val="FFFFFF"/>
                </a:solidFill>
              </a:defRPr>
            </a:lvl8pPr>
            <a:lvl9pPr algn="l"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Tres en Raya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con TDD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53508-6D90-467C-A2B3-22092BB8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DCE8EA"/>
                </a:solidFill>
              </a:defRPr>
            </a:defPPr>
            <a:lvl1pPr algn="l">
              <a:defRPr sz="1725" b="0">
                <a:solidFill>
                  <a:srgbClr val="DCE8EA"/>
                </a:solidFill>
              </a:defRPr>
            </a:lvl1pPr>
            <a:lvl2pPr algn="l">
              <a:defRPr sz="1725" b="0">
                <a:solidFill>
                  <a:srgbClr val="DCE8EA"/>
                </a:solidFill>
              </a:defRPr>
            </a:lvl2pPr>
            <a:lvl3pPr algn="l">
              <a:defRPr sz="1725" b="0">
                <a:solidFill>
                  <a:srgbClr val="DCE8EA"/>
                </a:solidFill>
              </a:defRPr>
            </a:lvl3pPr>
            <a:lvl4pPr algn="l">
              <a:defRPr sz="1725" b="0">
                <a:solidFill>
                  <a:srgbClr val="DCE8EA"/>
                </a:solidFill>
              </a:defRPr>
            </a:lvl4pPr>
            <a:lvl5pPr algn="l">
              <a:defRPr sz="1725" b="0">
                <a:solidFill>
                  <a:srgbClr val="DCE8EA"/>
                </a:solidFill>
              </a:defRPr>
            </a:lvl5pPr>
            <a:lvl6pPr algn="l">
              <a:defRPr sz="1725" b="0">
                <a:solidFill>
                  <a:srgbClr val="DCE8EA"/>
                </a:solidFill>
              </a:defRPr>
            </a:lvl6pPr>
            <a:lvl7pPr algn="l">
              <a:defRPr sz="1725" b="0">
                <a:solidFill>
                  <a:srgbClr val="DCE8EA"/>
                </a:solidFill>
              </a:defRPr>
            </a:lvl7pPr>
            <a:lvl8pPr algn="l">
              <a:defRPr sz="1725" b="0">
                <a:solidFill>
                  <a:srgbClr val="DCE8EA"/>
                </a:solidFill>
              </a:defRPr>
            </a:lvl8pPr>
            <a:lvl9pPr algn="l">
              <a:defRPr sz="1725" b="0">
                <a:solidFill>
                  <a:srgbClr val="DCE8EA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CE8EA"/>
                </a:solidFill>
              </a:defRPr>
            </a:pPr>
            <a:r>
              <a:rPr sz="1725" b="0">
                <a:solidFill>
                  <a:srgbClr val="DCE8EA"/>
                </a:solidFill>
              </a:rPr>
              <a:t>Pruebas manuales frente a pruebas generadas con 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C004E-6909-42F7-977F-D2FA22D1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57300"/>
            <a:ext cx="1219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6450" b="1">
                <a:solidFill>
                  <a:srgbClr val="FF6B4A"/>
                </a:solidFill>
              </a:defRPr>
            </a:defPPr>
            <a:lvl1pPr algn="ctr">
              <a:defRPr sz="6450" b="1">
                <a:solidFill>
                  <a:srgbClr val="FF6B4A"/>
                </a:solidFill>
              </a:defRPr>
            </a:lvl1pPr>
            <a:lvl2pPr algn="ctr">
              <a:defRPr sz="6450" b="1">
                <a:solidFill>
                  <a:srgbClr val="FF6B4A"/>
                </a:solidFill>
              </a:defRPr>
            </a:lvl2pPr>
            <a:lvl3pPr algn="ctr">
              <a:defRPr sz="6450" b="1">
                <a:solidFill>
                  <a:srgbClr val="FF6B4A"/>
                </a:solidFill>
              </a:defRPr>
            </a:lvl3pPr>
            <a:lvl4pPr algn="ctr">
              <a:defRPr sz="6450" b="1">
                <a:solidFill>
                  <a:srgbClr val="FF6B4A"/>
                </a:solidFill>
              </a:defRPr>
            </a:lvl4pPr>
            <a:lvl5pPr algn="ctr">
              <a:defRPr sz="6450" b="1">
                <a:solidFill>
                  <a:srgbClr val="FF6B4A"/>
                </a:solidFill>
              </a:defRPr>
            </a:lvl5pPr>
            <a:lvl6pPr algn="ctr">
              <a:defRPr sz="6450" b="1">
                <a:solidFill>
                  <a:srgbClr val="FF6B4A"/>
                </a:solidFill>
              </a:defRPr>
            </a:lvl6pPr>
            <a:lvl7pPr algn="ctr">
              <a:defRPr sz="6450" b="1">
                <a:solidFill>
                  <a:srgbClr val="FF6B4A"/>
                </a:solidFill>
              </a:defRPr>
            </a:lvl7pPr>
            <a:lvl8pPr algn="ctr">
              <a:defRPr sz="6450" b="1">
                <a:solidFill>
                  <a:srgbClr val="FF6B4A"/>
                </a:solidFill>
              </a:defRPr>
            </a:lvl8pPr>
            <a:lvl9pPr algn="ctr">
              <a:defRPr sz="64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ctr">
              <a:defRPr sz="6450" b="1">
                <a:solidFill>
                  <a:srgbClr val="FF6B4A"/>
                </a:solidFill>
              </a:defRPr>
            </a:pPr>
            <a:r>
              <a:rPr sz="6450" b="1">
                <a:solidFill>
                  <a:srgbClr val="FF6B4A"/>
                </a:solidFill>
              </a:rPr>
              <a:t>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E53E1-1426-4399-BB1F-275727A6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219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6000" b="1">
                <a:solidFill>
                  <a:srgbClr val="00A6A6"/>
                </a:solidFill>
              </a:defRPr>
            </a:defPPr>
            <a:lvl1pPr algn="ctr">
              <a:defRPr sz="6000" b="1">
                <a:solidFill>
                  <a:srgbClr val="00A6A6"/>
                </a:solidFill>
              </a:defRPr>
            </a:lvl1pPr>
            <a:lvl2pPr algn="ctr">
              <a:defRPr sz="6000" b="1">
                <a:solidFill>
                  <a:srgbClr val="00A6A6"/>
                </a:solidFill>
              </a:defRPr>
            </a:lvl2pPr>
            <a:lvl3pPr algn="ctr">
              <a:defRPr sz="6000" b="1">
                <a:solidFill>
                  <a:srgbClr val="00A6A6"/>
                </a:solidFill>
              </a:defRPr>
            </a:lvl3pPr>
            <a:lvl4pPr algn="ctr">
              <a:defRPr sz="6000" b="1">
                <a:solidFill>
                  <a:srgbClr val="00A6A6"/>
                </a:solidFill>
              </a:defRPr>
            </a:lvl4pPr>
            <a:lvl5pPr algn="ctr">
              <a:defRPr sz="6000" b="1">
                <a:solidFill>
                  <a:srgbClr val="00A6A6"/>
                </a:solidFill>
              </a:defRPr>
            </a:lvl5pPr>
            <a:lvl6pPr algn="ctr">
              <a:defRPr sz="6000" b="1">
                <a:solidFill>
                  <a:srgbClr val="00A6A6"/>
                </a:solidFill>
              </a:defRPr>
            </a:lvl6pPr>
            <a:lvl7pPr algn="ctr">
              <a:defRPr sz="6000" b="1">
                <a:solidFill>
                  <a:srgbClr val="00A6A6"/>
                </a:solidFill>
              </a:defRPr>
            </a:lvl7pPr>
            <a:lvl8pPr algn="ctr">
              <a:defRPr sz="6000" b="1">
                <a:solidFill>
                  <a:srgbClr val="00A6A6"/>
                </a:solidFill>
              </a:defRPr>
            </a:lvl8pPr>
            <a:lvl9pPr algn="ctr">
              <a:defRPr sz="600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ctr">
              <a:defRPr sz="6000" b="1">
                <a:solidFill>
                  <a:srgbClr val="00A6A6"/>
                </a:solidFill>
              </a:defRPr>
            </a:pPr>
            <a:r>
              <a:rPr sz="6000" b="1">
                <a:solidFill>
                  <a:srgbClr val="00A6A6"/>
                </a:solidFill>
              </a:rPr>
              <a:t>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2C71-7883-4213-AABB-5F45F5B0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1219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6450" b="1">
                <a:solidFill>
                  <a:srgbClr val="FFFFFF"/>
                </a:solidFill>
              </a:defRPr>
            </a:defPPr>
            <a:lvl1pPr algn="ctr">
              <a:defRPr sz="6450" b="1">
                <a:solidFill>
                  <a:srgbClr val="FFFFFF"/>
                </a:solidFill>
              </a:defRPr>
            </a:lvl1pPr>
            <a:lvl2pPr algn="ctr">
              <a:defRPr sz="6450" b="1">
                <a:solidFill>
                  <a:srgbClr val="FFFFFF"/>
                </a:solidFill>
              </a:defRPr>
            </a:lvl2pPr>
            <a:lvl3pPr algn="ctr">
              <a:defRPr sz="6450" b="1">
                <a:solidFill>
                  <a:srgbClr val="FFFFFF"/>
                </a:solidFill>
              </a:defRPr>
            </a:lvl3pPr>
            <a:lvl4pPr algn="ctr">
              <a:defRPr sz="6450" b="1">
                <a:solidFill>
                  <a:srgbClr val="FFFFFF"/>
                </a:solidFill>
              </a:defRPr>
            </a:lvl4pPr>
            <a:lvl5pPr algn="ctr">
              <a:defRPr sz="6450" b="1">
                <a:solidFill>
                  <a:srgbClr val="FFFFFF"/>
                </a:solidFill>
              </a:defRPr>
            </a:lvl5pPr>
            <a:lvl6pPr algn="ctr">
              <a:defRPr sz="6450" b="1">
                <a:solidFill>
                  <a:srgbClr val="FFFFFF"/>
                </a:solidFill>
              </a:defRPr>
            </a:lvl6pPr>
            <a:lvl7pPr algn="ctr">
              <a:defRPr sz="6450" b="1">
                <a:solidFill>
                  <a:srgbClr val="FFFFFF"/>
                </a:solidFill>
              </a:defRPr>
            </a:lvl7pPr>
            <a:lvl8pPr algn="ctr">
              <a:defRPr sz="6450" b="1">
                <a:solidFill>
                  <a:srgbClr val="FFFFFF"/>
                </a:solidFill>
              </a:defRPr>
            </a:lvl8pPr>
            <a:lvl9pPr algn="ctr">
              <a:defRPr sz="6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5E32-FDEE-483D-BA81-96946BB8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DCE8EA"/>
                </a:solidFill>
              </a:defRPr>
            </a:defPPr>
            <a:lvl1pPr algn="l">
              <a:defRPr sz="1125" b="0">
                <a:solidFill>
                  <a:srgbClr val="DCE8EA"/>
                </a:solidFill>
              </a:defRPr>
            </a:lvl1pPr>
            <a:lvl2pPr algn="l">
              <a:defRPr sz="1125" b="0">
                <a:solidFill>
                  <a:srgbClr val="DCE8EA"/>
                </a:solidFill>
              </a:defRPr>
            </a:lvl2pPr>
            <a:lvl3pPr algn="l">
              <a:defRPr sz="1125" b="0">
                <a:solidFill>
                  <a:srgbClr val="DCE8EA"/>
                </a:solidFill>
              </a:defRPr>
            </a:lvl3pPr>
            <a:lvl4pPr algn="l">
              <a:defRPr sz="1125" b="0">
                <a:solidFill>
                  <a:srgbClr val="DCE8EA"/>
                </a:solidFill>
              </a:defRPr>
            </a:lvl4pPr>
            <a:lvl5pPr algn="l">
              <a:defRPr sz="1125" b="0">
                <a:solidFill>
                  <a:srgbClr val="DCE8EA"/>
                </a:solidFill>
              </a:defRPr>
            </a:lvl5pPr>
            <a:lvl6pPr algn="l">
              <a:defRPr sz="1125" b="0">
                <a:solidFill>
                  <a:srgbClr val="DCE8EA"/>
                </a:solidFill>
              </a:defRPr>
            </a:lvl6pPr>
            <a:lvl7pPr algn="l">
              <a:defRPr sz="1125" b="0">
                <a:solidFill>
                  <a:srgbClr val="DCE8EA"/>
                </a:solidFill>
              </a:defRPr>
            </a:lvl7pPr>
            <a:lvl8pPr algn="l">
              <a:defRPr sz="1125" b="0">
                <a:solidFill>
                  <a:srgbClr val="DCE8EA"/>
                </a:solidFill>
              </a:defRPr>
            </a:lvl8pPr>
            <a:lvl9pPr algn="l">
              <a:defRPr sz="1125" b="0">
                <a:solidFill>
                  <a:srgbClr val="DCE8E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CE8EA"/>
                </a:solidFill>
              </a:defRPr>
            </a:pPr>
            <a:r>
              <a:rPr sz="1125" b="0">
                <a:solidFill>
                  <a:srgbClr val="DCE8EA"/>
                </a:solidFill>
              </a:rPr>
              <a:t>Java 17 · JUnit 5 · Maven · JaCoCo</a:t>
            </a:r>
          </a:p>
        </p:txBody>
      </p:sp>
    </p:spTree>
    <p:extLst>
      <p:ext uri="{BB962C8B-B14F-4D97-AF65-F5344CB8AC3E}">
        <p14:creationId xmlns:p14="http://schemas.microsoft.com/office/powerpoint/2010/main" val="1917375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58F68-0E77-40F2-BDB5-4FD4EB2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6B4A"/>
                </a:solidFill>
              </a:defRPr>
            </a:defPPr>
            <a:lvl1pPr algn="l">
              <a:defRPr sz="1050" b="1">
                <a:solidFill>
                  <a:srgbClr val="FF6B4A"/>
                </a:solidFill>
              </a:defRPr>
            </a:lvl1pPr>
            <a:lvl2pPr algn="l">
              <a:defRPr sz="1050" b="1">
                <a:solidFill>
                  <a:srgbClr val="FF6B4A"/>
                </a:solidFill>
              </a:defRPr>
            </a:lvl2pPr>
            <a:lvl3pPr algn="l">
              <a:defRPr sz="1050" b="1">
                <a:solidFill>
                  <a:srgbClr val="FF6B4A"/>
                </a:solidFill>
              </a:defRPr>
            </a:lvl3pPr>
            <a:lvl4pPr algn="l">
              <a:defRPr sz="1050" b="1">
                <a:solidFill>
                  <a:srgbClr val="FF6B4A"/>
                </a:solidFill>
              </a:defRPr>
            </a:lvl4pPr>
            <a:lvl5pPr algn="l">
              <a:defRPr sz="1050" b="1">
                <a:solidFill>
                  <a:srgbClr val="FF6B4A"/>
                </a:solidFill>
              </a:defRPr>
            </a:lvl5pPr>
            <a:lvl6pPr algn="l">
              <a:defRPr sz="1050" b="1">
                <a:solidFill>
                  <a:srgbClr val="FF6B4A"/>
                </a:solidFill>
              </a:defRPr>
            </a:lvl6pPr>
            <a:lvl7pPr algn="l">
              <a:defRPr sz="1050" b="1">
                <a:solidFill>
                  <a:srgbClr val="FF6B4A"/>
                </a:solidFill>
              </a:defRPr>
            </a:lvl7pPr>
            <a:lvl8pPr algn="l">
              <a:defRPr sz="1050" b="1">
                <a:solidFill>
                  <a:srgbClr val="FF6B4A"/>
                </a:solidFill>
              </a:defRPr>
            </a:lvl8pPr>
            <a:lvl9pPr algn="l">
              <a:defRPr sz="10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6B4A"/>
                </a:solidFill>
              </a:defRPr>
            </a:pPr>
            <a:r>
              <a:rPr sz="1050" b="1">
                <a:solidFill>
                  <a:srgbClr val="FF6B4A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63B58-AA72-487E-B5DB-447F8C1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2263A"/>
                </a:solidFill>
              </a:defRPr>
            </a:defPPr>
            <a:lvl1pPr algn="l">
              <a:defRPr sz="2400" b="1">
                <a:solidFill>
                  <a:srgbClr val="12263A"/>
                </a:solidFill>
              </a:defRPr>
            </a:lvl1pPr>
            <a:lvl2pPr algn="l">
              <a:defRPr sz="2400" b="1">
                <a:solidFill>
                  <a:srgbClr val="12263A"/>
                </a:solidFill>
              </a:defRPr>
            </a:lvl2pPr>
            <a:lvl3pPr algn="l">
              <a:defRPr sz="2400" b="1">
                <a:solidFill>
                  <a:srgbClr val="12263A"/>
                </a:solidFill>
              </a:defRPr>
            </a:lvl3pPr>
            <a:lvl4pPr algn="l">
              <a:defRPr sz="2400" b="1">
                <a:solidFill>
                  <a:srgbClr val="12263A"/>
                </a:solidFill>
              </a:defRPr>
            </a:lvl4pPr>
            <a:lvl5pPr algn="l">
              <a:defRPr sz="2400" b="1">
                <a:solidFill>
                  <a:srgbClr val="12263A"/>
                </a:solidFill>
              </a:defRPr>
            </a:lvl5pPr>
            <a:lvl6pPr algn="l">
              <a:defRPr sz="2400" b="1">
                <a:solidFill>
                  <a:srgbClr val="12263A"/>
                </a:solidFill>
              </a:defRPr>
            </a:lvl6pPr>
            <a:lvl7pPr algn="l">
              <a:defRPr sz="2400" b="1">
                <a:solidFill>
                  <a:srgbClr val="12263A"/>
                </a:solidFill>
              </a:defRPr>
            </a:lvl7pPr>
            <a:lvl8pPr algn="l">
              <a:defRPr sz="2400" b="1">
                <a:solidFill>
                  <a:srgbClr val="12263A"/>
                </a:solidFill>
              </a:defRPr>
            </a:lvl8pPr>
            <a:lvl9pPr algn="l">
              <a:defRPr sz="240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63A"/>
                </a:solidFill>
              </a:defRPr>
            </a:pPr>
            <a:r>
              <a:rPr sz="2400" b="1">
                <a:solidFill>
                  <a:srgbClr val="12263A"/>
                </a:solidFill>
              </a:rPr>
              <a:t>Alcance del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3BACF-AB64-4AF3-B8C9-FE8A9D0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E7180"/>
                </a:solidFill>
              </a:defRPr>
            </a:defPPr>
            <a:lvl1pPr algn="l">
              <a:defRPr sz="1275" b="0">
                <a:solidFill>
                  <a:srgbClr val="5E7180"/>
                </a:solidFill>
              </a:defRPr>
            </a:lvl1pPr>
            <a:lvl2pPr algn="l">
              <a:defRPr sz="1275" b="0">
                <a:solidFill>
                  <a:srgbClr val="5E7180"/>
                </a:solidFill>
              </a:defRPr>
            </a:lvl2pPr>
            <a:lvl3pPr algn="l">
              <a:defRPr sz="1275" b="0">
                <a:solidFill>
                  <a:srgbClr val="5E7180"/>
                </a:solidFill>
              </a:defRPr>
            </a:lvl3pPr>
            <a:lvl4pPr algn="l">
              <a:defRPr sz="1275" b="0">
                <a:solidFill>
                  <a:srgbClr val="5E7180"/>
                </a:solidFill>
              </a:defRPr>
            </a:lvl4pPr>
            <a:lvl5pPr algn="l">
              <a:defRPr sz="1275" b="0">
                <a:solidFill>
                  <a:srgbClr val="5E7180"/>
                </a:solidFill>
              </a:defRPr>
            </a:lvl5pPr>
            <a:lvl6pPr algn="l">
              <a:defRPr sz="1275" b="0">
                <a:solidFill>
                  <a:srgbClr val="5E7180"/>
                </a:solidFill>
              </a:defRPr>
            </a:lvl6pPr>
            <a:lvl7pPr algn="l">
              <a:defRPr sz="1275" b="0">
                <a:solidFill>
                  <a:srgbClr val="5E7180"/>
                </a:solidFill>
              </a:defRPr>
            </a:lvl7pPr>
            <a:lvl8pPr algn="l">
              <a:defRPr sz="1275" b="0">
                <a:solidFill>
                  <a:srgbClr val="5E7180"/>
                </a:solidFill>
              </a:defRPr>
            </a:lvl8pPr>
            <a:lvl9pPr algn="l">
              <a:defRPr sz="127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7180"/>
                </a:solidFill>
              </a:defRPr>
            </a:pPr>
            <a:r>
              <a:rPr sz="1275" b="0">
                <a:solidFill>
                  <a:srgbClr val="5E7180"/>
                </a:solidFill>
              </a:rPr>
              <a:t>La consigna se transformó en cuatro entregables verificables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9B796-23A3-4B77-9E3B-C941087B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E7180"/>
                </a:solidFill>
              </a:defRPr>
            </a:defPPr>
            <a:lvl1pPr algn="l">
              <a:defRPr sz="825" b="0">
                <a:solidFill>
                  <a:srgbClr val="5E7180"/>
                </a:solidFill>
              </a:defRPr>
            </a:lvl1pPr>
            <a:lvl2pPr algn="l">
              <a:defRPr sz="825" b="0">
                <a:solidFill>
                  <a:srgbClr val="5E7180"/>
                </a:solidFill>
              </a:defRPr>
            </a:lvl2pPr>
            <a:lvl3pPr algn="l">
              <a:defRPr sz="825" b="0">
                <a:solidFill>
                  <a:srgbClr val="5E7180"/>
                </a:solidFill>
              </a:defRPr>
            </a:lvl3pPr>
            <a:lvl4pPr algn="l">
              <a:defRPr sz="825" b="0">
                <a:solidFill>
                  <a:srgbClr val="5E7180"/>
                </a:solidFill>
              </a:defRPr>
            </a:lvl4pPr>
            <a:lvl5pPr algn="l">
              <a:defRPr sz="825" b="0">
                <a:solidFill>
                  <a:srgbClr val="5E7180"/>
                </a:solidFill>
              </a:defRPr>
            </a:lvl5pPr>
            <a:lvl6pPr algn="l">
              <a:defRPr sz="825" b="0">
                <a:solidFill>
                  <a:srgbClr val="5E7180"/>
                </a:solidFill>
              </a:defRPr>
            </a:lvl6pPr>
            <a:lvl7pPr algn="l">
              <a:defRPr sz="825" b="0">
                <a:solidFill>
                  <a:srgbClr val="5E7180"/>
                </a:solidFill>
              </a:defRPr>
            </a:lvl7pPr>
            <a:lvl8pPr algn="l">
              <a:defRPr sz="825" b="0">
                <a:solidFill>
                  <a:srgbClr val="5E7180"/>
                </a:solidFill>
              </a:defRPr>
            </a:lvl8pPr>
            <a:lvl9pPr algn="l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Taller #6 · TDD · Tres en Raya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07149-5930-4814-9B79-B74037B3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E7180"/>
                </a:solidFill>
              </a:defRPr>
            </a:defPPr>
            <a:lvl1pPr algn="r">
              <a:defRPr sz="825" b="0">
                <a:solidFill>
                  <a:srgbClr val="5E7180"/>
                </a:solidFill>
              </a:defRPr>
            </a:lvl1pPr>
            <a:lvl2pPr algn="r">
              <a:defRPr sz="825" b="0">
                <a:solidFill>
                  <a:srgbClr val="5E7180"/>
                </a:solidFill>
              </a:defRPr>
            </a:lvl2pPr>
            <a:lvl3pPr algn="r">
              <a:defRPr sz="825" b="0">
                <a:solidFill>
                  <a:srgbClr val="5E7180"/>
                </a:solidFill>
              </a:defRPr>
            </a:lvl3pPr>
            <a:lvl4pPr algn="r">
              <a:defRPr sz="825" b="0">
                <a:solidFill>
                  <a:srgbClr val="5E7180"/>
                </a:solidFill>
              </a:defRPr>
            </a:lvl4pPr>
            <a:lvl5pPr algn="r">
              <a:defRPr sz="825" b="0">
                <a:solidFill>
                  <a:srgbClr val="5E7180"/>
                </a:solidFill>
              </a:defRPr>
            </a:lvl5pPr>
            <a:lvl6pPr algn="r">
              <a:defRPr sz="825" b="0">
                <a:solidFill>
                  <a:srgbClr val="5E7180"/>
                </a:solidFill>
              </a:defRPr>
            </a:lvl6pPr>
            <a:lvl7pPr algn="r">
              <a:defRPr sz="825" b="0">
                <a:solidFill>
                  <a:srgbClr val="5E7180"/>
                </a:solidFill>
              </a:defRPr>
            </a:lvl7pPr>
            <a:lvl8pPr algn="r">
              <a:defRPr sz="825" b="0">
                <a:solidFill>
                  <a:srgbClr val="5E7180"/>
                </a:solidFill>
              </a:defRPr>
            </a:lvl8pPr>
            <a:lvl9pPr algn="r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8E414-5D2B-4A82-85B2-25204042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00A6A6"/>
                </a:solidFill>
              </a:defRPr>
            </a:defPPr>
            <a:lvl1pPr algn="l">
              <a:defRPr sz="1125" b="0">
                <a:solidFill>
                  <a:srgbClr val="00A6A6"/>
                </a:solidFill>
              </a:defRPr>
            </a:lvl1pPr>
            <a:lvl2pPr algn="l">
              <a:defRPr sz="1125" b="0">
                <a:solidFill>
                  <a:srgbClr val="00A6A6"/>
                </a:solidFill>
              </a:defRPr>
            </a:lvl2pPr>
            <a:lvl3pPr algn="l">
              <a:defRPr sz="1125" b="0">
                <a:solidFill>
                  <a:srgbClr val="00A6A6"/>
                </a:solidFill>
              </a:defRPr>
            </a:lvl3pPr>
            <a:lvl4pPr algn="l">
              <a:defRPr sz="1125" b="0">
                <a:solidFill>
                  <a:srgbClr val="00A6A6"/>
                </a:solidFill>
              </a:defRPr>
            </a:lvl4pPr>
            <a:lvl5pPr algn="l">
              <a:defRPr sz="1125" b="0">
                <a:solidFill>
                  <a:srgbClr val="00A6A6"/>
                </a:solidFill>
              </a:defRPr>
            </a:lvl5pPr>
            <a:lvl6pPr algn="l">
              <a:defRPr sz="1125" b="0">
                <a:solidFill>
                  <a:srgbClr val="00A6A6"/>
                </a:solidFill>
              </a:defRPr>
            </a:lvl6pPr>
            <a:lvl7pPr algn="l">
              <a:defRPr sz="1125" b="0">
                <a:solidFill>
                  <a:srgbClr val="00A6A6"/>
                </a:solidFill>
              </a:defRPr>
            </a:lvl7pPr>
            <a:lvl8pPr algn="l">
              <a:defRPr sz="1125" b="0">
                <a:solidFill>
                  <a:srgbClr val="00A6A6"/>
                </a:solidFill>
              </a:defRPr>
            </a:lvl8pPr>
            <a:lvl9pPr algn="l">
              <a:defRPr sz="1125" b="0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A6A6"/>
                </a:solidFill>
              </a:defRPr>
            </a:pPr>
            <a:r>
              <a:rPr sz="1125" b="0">
                <a:solidFill>
                  <a:srgbClr val="00A6A6"/>
                </a:solidFill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AC0EB-DBFF-4279-8FCC-D8043D1F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906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3746"/>
                </a:solidFill>
              </a:defRPr>
            </a:defPPr>
            <a:lvl1pPr algn="l">
              <a:defRPr sz="1575" b="0">
                <a:solidFill>
                  <a:srgbClr val="263746"/>
                </a:solidFill>
              </a:defRPr>
            </a:lvl1pPr>
            <a:lvl2pPr algn="l">
              <a:defRPr sz="1575" b="0">
                <a:solidFill>
                  <a:srgbClr val="263746"/>
                </a:solidFill>
              </a:defRPr>
            </a:lvl2pPr>
            <a:lvl3pPr algn="l">
              <a:defRPr sz="1575" b="0">
                <a:solidFill>
                  <a:srgbClr val="263746"/>
                </a:solidFill>
              </a:defRPr>
            </a:lvl3pPr>
            <a:lvl4pPr algn="l">
              <a:defRPr sz="1575" b="0">
                <a:solidFill>
                  <a:srgbClr val="263746"/>
                </a:solidFill>
              </a:defRPr>
            </a:lvl4pPr>
            <a:lvl5pPr algn="l">
              <a:defRPr sz="1575" b="0">
                <a:solidFill>
                  <a:srgbClr val="263746"/>
                </a:solidFill>
              </a:defRPr>
            </a:lvl5pPr>
            <a:lvl6pPr algn="l">
              <a:defRPr sz="1575" b="0">
                <a:solidFill>
                  <a:srgbClr val="263746"/>
                </a:solidFill>
              </a:defRPr>
            </a:lvl6pPr>
            <a:lvl7pPr algn="l">
              <a:defRPr sz="1575" b="0">
                <a:solidFill>
                  <a:srgbClr val="263746"/>
                </a:solidFill>
              </a:defRPr>
            </a:lvl7pPr>
            <a:lvl8pPr algn="l">
              <a:defRPr sz="1575" b="0">
                <a:solidFill>
                  <a:srgbClr val="263746"/>
                </a:solidFill>
              </a:defRPr>
            </a:lvl8pPr>
            <a:lvl9pPr algn="l">
              <a:defRPr sz="1575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</a:rPr>
              <a:t>Implementación del dominio con reglas explícitas y estado observable.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49C6B-F20D-4584-82D3-D1D39882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6B4A"/>
                </a:solidFill>
              </a:defRPr>
            </a:defPPr>
            <a:lvl1pPr algn="l">
              <a:defRPr sz="1125" b="0">
                <a:solidFill>
                  <a:srgbClr val="FF6B4A"/>
                </a:solidFill>
              </a:defRPr>
            </a:lvl1pPr>
            <a:lvl2pPr algn="l">
              <a:defRPr sz="1125" b="0">
                <a:solidFill>
                  <a:srgbClr val="FF6B4A"/>
                </a:solidFill>
              </a:defRPr>
            </a:lvl2pPr>
            <a:lvl3pPr algn="l">
              <a:defRPr sz="1125" b="0">
                <a:solidFill>
                  <a:srgbClr val="FF6B4A"/>
                </a:solidFill>
              </a:defRPr>
            </a:lvl3pPr>
            <a:lvl4pPr algn="l">
              <a:defRPr sz="1125" b="0">
                <a:solidFill>
                  <a:srgbClr val="FF6B4A"/>
                </a:solidFill>
              </a:defRPr>
            </a:lvl4pPr>
            <a:lvl5pPr algn="l">
              <a:defRPr sz="1125" b="0">
                <a:solidFill>
                  <a:srgbClr val="FF6B4A"/>
                </a:solidFill>
              </a:defRPr>
            </a:lvl5pPr>
            <a:lvl6pPr algn="l">
              <a:defRPr sz="1125" b="0">
                <a:solidFill>
                  <a:srgbClr val="FF6B4A"/>
                </a:solidFill>
              </a:defRPr>
            </a:lvl6pPr>
            <a:lvl7pPr algn="l">
              <a:defRPr sz="1125" b="0">
                <a:solidFill>
                  <a:srgbClr val="FF6B4A"/>
                </a:solidFill>
              </a:defRPr>
            </a:lvl7pPr>
            <a:lvl8pPr algn="l">
              <a:defRPr sz="1125" b="0">
                <a:solidFill>
                  <a:srgbClr val="FF6B4A"/>
                </a:solidFill>
              </a:defRPr>
            </a:lvl8pPr>
            <a:lvl9pPr algn="l">
              <a:defRPr sz="1125" b="0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6B4A"/>
                </a:solidFill>
              </a:defRPr>
            </a:pPr>
            <a:r>
              <a:rPr sz="1125" b="0">
                <a:solidFill>
                  <a:srgbClr val="FF6B4A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C6AC1-2A9E-4467-9786-E62D97C9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05150"/>
            <a:ext cx="906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3746"/>
                </a:solidFill>
              </a:defRPr>
            </a:defPPr>
            <a:lvl1pPr algn="l">
              <a:defRPr sz="1575" b="0">
                <a:solidFill>
                  <a:srgbClr val="263746"/>
                </a:solidFill>
              </a:defRPr>
            </a:lvl1pPr>
            <a:lvl2pPr algn="l">
              <a:defRPr sz="1575" b="0">
                <a:solidFill>
                  <a:srgbClr val="263746"/>
                </a:solidFill>
              </a:defRPr>
            </a:lvl2pPr>
            <a:lvl3pPr algn="l">
              <a:defRPr sz="1575" b="0">
                <a:solidFill>
                  <a:srgbClr val="263746"/>
                </a:solidFill>
              </a:defRPr>
            </a:lvl3pPr>
            <a:lvl4pPr algn="l">
              <a:defRPr sz="1575" b="0">
                <a:solidFill>
                  <a:srgbClr val="263746"/>
                </a:solidFill>
              </a:defRPr>
            </a:lvl4pPr>
            <a:lvl5pPr algn="l">
              <a:defRPr sz="1575" b="0">
                <a:solidFill>
                  <a:srgbClr val="263746"/>
                </a:solidFill>
              </a:defRPr>
            </a:lvl5pPr>
            <a:lvl6pPr algn="l">
              <a:defRPr sz="1575" b="0">
                <a:solidFill>
                  <a:srgbClr val="263746"/>
                </a:solidFill>
              </a:defRPr>
            </a:lvl6pPr>
            <a:lvl7pPr algn="l">
              <a:defRPr sz="1575" b="0">
                <a:solidFill>
                  <a:srgbClr val="263746"/>
                </a:solidFill>
              </a:defRPr>
            </a:lvl7pPr>
            <a:lvl8pPr algn="l">
              <a:defRPr sz="1575" b="0">
                <a:solidFill>
                  <a:srgbClr val="263746"/>
                </a:solidFill>
              </a:defRPr>
            </a:lvl8pPr>
            <a:lvl9pPr algn="l">
              <a:defRPr sz="1575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</a:rPr>
              <a:t>Suite manual creada para guiar los ciclos Rojo-Verde-Refactor.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8AF09-5E3A-4F6F-A6E9-9D534718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00A6A6"/>
                </a:solidFill>
              </a:defRPr>
            </a:defPPr>
            <a:lvl1pPr algn="l">
              <a:defRPr sz="1125" b="0">
                <a:solidFill>
                  <a:srgbClr val="00A6A6"/>
                </a:solidFill>
              </a:defRPr>
            </a:lvl1pPr>
            <a:lvl2pPr algn="l">
              <a:defRPr sz="1125" b="0">
                <a:solidFill>
                  <a:srgbClr val="00A6A6"/>
                </a:solidFill>
              </a:defRPr>
            </a:lvl2pPr>
            <a:lvl3pPr algn="l">
              <a:defRPr sz="1125" b="0">
                <a:solidFill>
                  <a:srgbClr val="00A6A6"/>
                </a:solidFill>
              </a:defRPr>
            </a:lvl3pPr>
            <a:lvl4pPr algn="l">
              <a:defRPr sz="1125" b="0">
                <a:solidFill>
                  <a:srgbClr val="00A6A6"/>
                </a:solidFill>
              </a:defRPr>
            </a:lvl4pPr>
            <a:lvl5pPr algn="l">
              <a:defRPr sz="1125" b="0">
                <a:solidFill>
                  <a:srgbClr val="00A6A6"/>
                </a:solidFill>
              </a:defRPr>
            </a:lvl5pPr>
            <a:lvl6pPr algn="l">
              <a:defRPr sz="1125" b="0">
                <a:solidFill>
                  <a:srgbClr val="00A6A6"/>
                </a:solidFill>
              </a:defRPr>
            </a:lvl6pPr>
            <a:lvl7pPr algn="l">
              <a:defRPr sz="1125" b="0">
                <a:solidFill>
                  <a:srgbClr val="00A6A6"/>
                </a:solidFill>
              </a:defRPr>
            </a:lvl7pPr>
            <a:lvl8pPr algn="l">
              <a:defRPr sz="1125" b="0">
                <a:solidFill>
                  <a:srgbClr val="00A6A6"/>
                </a:solidFill>
              </a:defRPr>
            </a:lvl8pPr>
            <a:lvl9pPr algn="l">
              <a:defRPr sz="1125" b="0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A6A6"/>
                </a:solidFill>
              </a:defRPr>
            </a:pPr>
            <a:r>
              <a:rPr sz="1125" b="0">
                <a:solidFill>
                  <a:srgbClr val="00A6A6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446F8-5088-4D70-A12E-5053B89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906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3746"/>
                </a:solidFill>
              </a:defRPr>
            </a:defPPr>
            <a:lvl1pPr algn="l">
              <a:defRPr sz="1575" b="0">
                <a:solidFill>
                  <a:srgbClr val="263746"/>
                </a:solidFill>
              </a:defRPr>
            </a:lvl1pPr>
            <a:lvl2pPr algn="l">
              <a:defRPr sz="1575" b="0">
                <a:solidFill>
                  <a:srgbClr val="263746"/>
                </a:solidFill>
              </a:defRPr>
            </a:lvl2pPr>
            <a:lvl3pPr algn="l">
              <a:defRPr sz="1575" b="0">
                <a:solidFill>
                  <a:srgbClr val="263746"/>
                </a:solidFill>
              </a:defRPr>
            </a:lvl3pPr>
            <a:lvl4pPr algn="l">
              <a:defRPr sz="1575" b="0">
                <a:solidFill>
                  <a:srgbClr val="263746"/>
                </a:solidFill>
              </a:defRPr>
            </a:lvl4pPr>
            <a:lvl5pPr algn="l">
              <a:defRPr sz="1575" b="0">
                <a:solidFill>
                  <a:srgbClr val="263746"/>
                </a:solidFill>
              </a:defRPr>
            </a:lvl5pPr>
            <a:lvl6pPr algn="l">
              <a:defRPr sz="1575" b="0">
                <a:solidFill>
                  <a:srgbClr val="263746"/>
                </a:solidFill>
              </a:defRPr>
            </a:lvl6pPr>
            <a:lvl7pPr algn="l">
              <a:defRPr sz="1575" b="0">
                <a:solidFill>
                  <a:srgbClr val="263746"/>
                </a:solidFill>
              </a:defRPr>
            </a:lvl7pPr>
            <a:lvl8pPr algn="l">
              <a:defRPr sz="1575" b="0">
                <a:solidFill>
                  <a:srgbClr val="263746"/>
                </a:solidFill>
              </a:defRPr>
            </a:lvl8pPr>
            <a:lvl9pPr algn="l">
              <a:defRPr sz="1575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</a:rPr>
              <a:t>Prompt reproducible y suite propuesta por IA, revisada antes de integrarla.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ABB09-DB78-4599-AE8E-87C01D9F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6B4A"/>
                </a:solidFill>
              </a:defRPr>
            </a:defPPr>
            <a:lvl1pPr algn="l">
              <a:defRPr sz="1125" b="0">
                <a:solidFill>
                  <a:srgbClr val="FF6B4A"/>
                </a:solidFill>
              </a:defRPr>
            </a:lvl1pPr>
            <a:lvl2pPr algn="l">
              <a:defRPr sz="1125" b="0">
                <a:solidFill>
                  <a:srgbClr val="FF6B4A"/>
                </a:solidFill>
              </a:defRPr>
            </a:lvl2pPr>
            <a:lvl3pPr algn="l">
              <a:defRPr sz="1125" b="0">
                <a:solidFill>
                  <a:srgbClr val="FF6B4A"/>
                </a:solidFill>
              </a:defRPr>
            </a:lvl3pPr>
            <a:lvl4pPr algn="l">
              <a:defRPr sz="1125" b="0">
                <a:solidFill>
                  <a:srgbClr val="FF6B4A"/>
                </a:solidFill>
              </a:defRPr>
            </a:lvl4pPr>
            <a:lvl5pPr algn="l">
              <a:defRPr sz="1125" b="0">
                <a:solidFill>
                  <a:srgbClr val="FF6B4A"/>
                </a:solidFill>
              </a:defRPr>
            </a:lvl5pPr>
            <a:lvl6pPr algn="l">
              <a:defRPr sz="1125" b="0">
                <a:solidFill>
                  <a:srgbClr val="FF6B4A"/>
                </a:solidFill>
              </a:defRPr>
            </a:lvl6pPr>
            <a:lvl7pPr algn="l">
              <a:defRPr sz="1125" b="0">
                <a:solidFill>
                  <a:srgbClr val="FF6B4A"/>
                </a:solidFill>
              </a:defRPr>
            </a:lvl7pPr>
            <a:lvl8pPr algn="l">
              <a:defRPr sz="1125" b="0">
                <a:solidFill>
                  <a:srgbClr val="FF6B4A"/>
                </a:solidFill>
              </a:defRPr>
            </a:lvl8pPr>
            <a:lvl9pPr algn="l">
              <a:defRPr sz="1125" b="0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6B4A"/>
                </a:solidFill>
              </a:defRPr>
            </a:pPr>
            <a:r>
              <a:rPr sz="1125" b="0">
                <a:solidFill>
                  <a:srgbClr val="FF6B4A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78264-78BB-40E4-84C7-0EC07EEB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67250"/>
            <a:ext cx="906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3746"/>
                </a:solidFill>
              </a:defRPr>
            </a:defPPr>
            <a:lvl1pPr algn="l">
              <a:defRPr sz="1575" b="0">
                <a:solidFill>
                  <a:srgbClr val="263746"/>
                </a:solidFill>
              </a:defRPr>
            </a:lvl1pPr>
            <a:lvl2pPr algn="l">
              <a:defRPr sz="1575" b="0">
                <a:solidFill>
                  <a:srgbClr val="263746"/>
                </a:solidFill>
              </a:defRPr>
            </a:lvl2pPr>
            <a:lvl3pPr algn="l">
              <a:defRPr sz="1575" b="0">
                <a:solidFill>
                  <a:srgbClr val="263746"/>
                </a:solidFill>
              </a:defRPr>
            </a:lvl3pPr>
            <a:lvl4pPr algn="l">
              <a:defRPr sz="1575" b="0">
                <a:solidFill>
                  <a:srgbClr val="263746"/>
                </a:solidFill>
              </a:defRPr>
            </a:lvl4pPr>
            <a:lvl5pPr algn="l">
              <a:defRPr sz="1575" b="0">
                <a:solidFill>
                  <a:srgbClr val="263746"/>
                </a:solidFill>
              </a:defRPr>
            </a:lvl5pPr>
            <a:lvl6pPr algn="l">
              <a:defRPr sz="1575" b="0">
                <a:solidFill>
                  <a:srgbClr val="263746"/>
                </a:solidFill>
              </a:defRPr>
            </a:lvl6pPr>
            <a:lvl7pPr algn="l">
              <a:defRPr sz="1575" b="0">
                <a:solidFill>
                  <a:srgbClr val="263746"/>
                </a:solidFill>
              </a:defRPr>
            </a:lvl7pPr>
            <a:lvl8pPr algn="l">
              <a:defRPr sz="1575" b="0">
                <a:solidFill>
                  <a:srgbClr val="263746"/>
                </a:solidFill>
              </a:defRPr>
            </a:lvl8pPr>
            <a:lvl9pPr algn="l">
              <a:defRPr sz="1575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</a:rPr>
              <a:t>Comparación cuantitativa y cualitativa en una presentación editable y PDF.</a:t>
            </a:r>
          </a:p>
        </p:txBody>
      </p:sp>
    </p:spTree>
    <p:extLst>
      <p:ext uri="{BB962C8B-B14F-4D97-AF65-F5344CB8AC3E}">
        <p14:creationId xmlns:p14="http://schemas.microsoft.com/office/powerpoint/2010/main" val="646862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00D31-4202-48DD-97B7-6F89AE0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6B4A"/>
                </a:solidFill>
              </a:defRPr>
            </a:defPPr>
            <a:lvl1pPr algn="l">
              <a:defRPr sz="1050" b="1">
                <a:solidFill>
                  <a:srgbClr val="FF6B4A"/>
                </a:solidFill>
              </a:defRPr>
            </a:lvl1pPr>
            <a:lvl2pPr algn="l">
              <a:defRPr sz="1050" b="1">
                <a:solidFill>
                  <a:srgbClr val="FF6B4A"/>
                </a:solidFill>
              </a:defRPr>
            </a:lvl2pPr>
            <a:lvl3pPr algn="l">
              <a:defRPr sz="1050" b="1">
                <a:solidFill>
                  <a:srgbClr val="FF6B4A"/>
                </a:solidFill>
              </a:defRPr>
            </a:lvl3pPr>
            <a:lvl4pPr algn="l">
              <a:defRPr sz="1050" b="1">
                <a:solidFill>
                  <a:srgbClr val="FF6B4A"/>
                </a:solidFill>
              </a:defRPr>
            </a:lvl4pPr>
            <a:lvl5pPr algn="l">
              <a:defRPr sz="1050" b="1">
                <a:solidFill>
                  <a:srgbClr val="FF6B4A"/>
                </a:solidFill>
              </a:defRPr>
            </a:lvl5pPr>
            <a:lvl6pPr algn="l">
              <a:defRPr sz="1050" b="1">
                <a:solidFill>
                  <a:srgbClr val="FF6B4A"/>
                </a:solidFill>
              </a:defRPr>
            </a:lvl6pPr>
            <a:lvl7pPr algn="l">
              <a:defRPr sz="1050" b="1">
                <a:solidFill>
                  <a:srgbClr val="FF6B4A"/>
                </a:solidFill>
              </a:defRPr>
            </a:lvl7pPr>
            <a:lvl8pPr algn="l">
              <a:defRPr sz="1050" b="1">
                <a:solidFill>
                  <a:srgbClr val="FF6B4A"/>
                </a:solidFill>
              </a:defRPr>
            </a:lvl8pPr>
            <a:lvl9pPr algn="l">
              <a:defRPr sz="10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6B4A"/>
                </a:solidFill>
              </a:defRPr>
            </a:pPr>
            <a:r>
              <a:rPr sz="1050" b="1">
                <a:solidFill>
                  <a:srgbClr val="FF6B4A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55CEF-0566-48D3-9A1E-F13A6865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2263A"/>
                </a:solidFill>
              </a:defRPr>
            </a:defPPr>
            <a:lvl1pPr algn="l">
              <a:defRPr sz="2400" b="1">
                <a:solidFill>
                  <a:srgbClr val="12263A"/>
                </a:solidFill>
              </a:defRPr>
            </a:lvl1pPr>
            <a:lvl2pPr algn="l">
              <a:defRPr sz="2400" b="1">
                <a:solidFill>
                  <a:srgbClr val="12263A"/>
                </a:solidFill>
              </a:defRPr>
            </a:lvl2pPr>
            <a:lvl3pPr algn="l">
              <a:defRPr sz="2400" b="1">
                <a:solidFill>
                  <a:srgbClr val="12263A"/>
                </a:solidFill>
              </a:defRPr>
            </a:lvl3pPr>
            <a:lvl4pPr algn="l">
              <a:defRPr sz="2400" b="1">
                <a:solidFill>
                  <a:srgbClr val="12263A"/>
                </a:solidFill>
              </a:defRPr>
            </a:lvl4pPr>
            <a:lvl5pPr algn="l">
              <a:defRPr sz="2400" b="1">
                <a:solidFill>
                  <a:srgbClr val="12263A"/>
                </a:solidFill>
              </a:defRPr>
            </a:lvl5pPr>
            <a:lvl6pPr algn="l">
              <a:defRPr sz="2400" b="1">
                <a:solidFill>
                  <a:srgbClr val="12263A"/>
                </a:solidFill>
              </a:defRPr>
            </a:lvl6pPr>
            <a:lvl7pPr algn="l">
              <a:defRPr sz="2400" b="1">
                <a:solidFill>
                  <a:srgbClr val="12263A"/>
                </a:solidFill>
              </a:defRPr>
            </a:lvl7pPr>
            <a:lvl8pPr algn="l">
              <a:defRPr sz="2400" b="1">
                <a:solidFill>
                  <a:srgbClr val="12263A"/>
                </a:solidFill>
              </a:defRPr>
            </a:lvl8pPr>
            <a:lvl9pPr algn="l">
              <a:defRPr sz="240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63A"/>
                </a:solidFill>
              </a:defRPr>
            </a:pPr>
            <a:r>
              <a:rPr sz="2400" b="1">
                <a:solidFill>
                  <a:srgbClr val="12263A"/>
                </a:solidFill>
              </a:rPr>
              <a:t>Diseño del dominio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54BCD-79FB-4EB5-A428-316BC92A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E7180"/>
                </a:solidFill>
              </a:defRPr>
            </a:defPPr>
            <a:lvl1pPr algn="l">
              <a:defRPr sz="1275" b="0">
                <a:solidFill>
                  <a:srgbClr val="5E7180"/>
                </a:solidFill>
              </a:defRPr>
            </a:lvl1pPr>
            <a:lvl2pPr algn="l">
              <a:defRPr sz="1275" b="0">
                <a:solidFill>
                  <a:srgbClr val="5E7180"/>
                </a:solidFill>
              </a:defRPr>
            </a:lvl2pPr>
            <a:lvl3pPr algn="l">
              <a:defRPr sz="1275" b="0">
                <a:solidFill>
                  <a:srgbClr val="5E7180"/>
                </a:solidFill>
              </a:defRPr>
            </a:lvl3pPr>
            <a:lvl4pPr algn="l">
              <a:defRPr sz="1275" b="0">
                <a:solidFill>
                  <a:srgbClr val="5E7180"/>
                </a:solidFill>
              </a:defRPr>
            </a:lvl4pPr>
            <a:lvl5pPr algn="l">
              <a:defRPr sz="1275" b="0">
                <a:solidFill>
                  <a:srgbClr val="5E7180"/>
                </a:solidFill>
              </a:defRPr>
            </a:lvl5pPr>
            <a:lvl6pPr algn="l">
              <a:defRPr sz="1275" b="0">
                <a:solidFill>
                  <a:srgbClr val="5E7180"/>
                </a:solidFill>
              </a:defRPr>
            </a:lvl6pPr>
            <a:lvl7pPr algn="l">
              <a:defRPr sz="1275" b="0">
                <a:solidFill>
                  <a:srgbClr val="5E7180"/>
                </a:solidFill>
              </a:defRPr>
            </a:lvl7pPr>
            <a:lvl8pPr algn="l">
              <a:defRPr sz="1275" b="0">
                <a:solidFill>
                  <a:srgbClr val="5E7180"/>
                </a:solidFill>
              </a:defRPr>
            </a:lvl8pPr>
            <a:lvl9pPr algn="l">
              <a:defRPr sz="127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7180"/>
                </a:solidFill>
              </a:defRPr>
            </a:pPr>
            <a:r>
              <a:rPr sz="1275" b="0">
                <a:solidFill>
                  <a:srgbClr val="5E7180"/>
                </a:solidFill>
              </a:rPr>
              <a:t>Una API pequeña facilita pruebas rápidas y diagnósticos claros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1A22F-FD66-40D8-8606-1F24504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E7180"/>
                </a:solidFill>
              </a:defRPr>
            </a:defPPr>
            <a:lvl1pPr algn="l">
              <a:defRPr sz="825" b="0">
                <a:solidFill>
                  <a:srgbClr val="5E7180"/>
                </a:solidFill>
              </a:defRPr>
            </a:lvl1pPr>
            <a:lvl2pPr algn="l">
              <a:defRPr sz="825" b="0">
                <a:solidFill>
                  <a:srgbClr val="5E7180"/>
                </a:solidFill>
              </a:defRPr>
            </a:lvl2pPr>
            <a:lvl3pPr algn="l">
              <a:defRPr sz="825" b="0">
                <a:solidFill>
                  <a:srgbClr val="5E7180"/>
                </a:solidFill>
              </a:defRPr>
            </a:lvl3pPr>
            <a:lvl4pPr algn="l">
              <a:defRPr sz="825" b="0">
                <a:solidFill>
                  <a:srgbClr val="5E7180"/>
                </a:solidFill>
              </a:defRPr>
            </a:lvl4pPr>
            <a:lvl5pPr algn="l">
              <a:defRPr sz="825" b="0">
                <a:solidFill>
                  <a:srgbClr val="5E7180"/>
                </a:solidFill>
              </a:defRPr>
            </a:lvl5pPr>
            <a:lvl6pPr algn="l">
              <a:defRPr sz="825" b="0">
                <a:solidFill>
                  <a:srgbClr val="5E7180"/>
                </a:solidFill>
              </a:defRPr>
            </a:lvl6pPr>
            <a:lvl7pPr algn="l">
              <a:defRPr sz="825" b="0">
                <a:solidFill>
                  <a:srgbClr val="5E7180"/>
                </a:solidFill>
              </a:defRPr>
            </a:lvl7pPr>
            <a:lvl8pPr algn="l">
              <a:defRPr sz="825" b="0">
                <a:solidFill>
                  <a:srgbClr val="5E7180"/>
                </a:solidFill>
              </a:defRPr>
            </a:lvl8pPr>
            <a:lvl9pPr algn="l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Taller #6 · TDD · Tres en Raya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32894-50DB-41BA-8671-CF9713AC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E7180"/>
                </a:solidFill>
              </a:defRPr>
            </a:defPPr>
            <a:lvl1pPr algn="r">
              <a:defRPr sz="825" b="0">
                <a:solidFill>
                  <a:srgbClr val="5E7180"/>
                </a:solidFill>
              </a:defRPr>
            </a:lvl1pPr>
            <a:lvl2pPr algn="r">
              <a:defRPr sz="825" b="0">
                <a:solidFill>
                  <a:srgbClr val="5E7180"/>
                </a:solidFill>
              </a:defRPr>
            </a:lvl2pPr>
            <a:lvl3pPr algn="r">
              <a:defRPr sz="825" b="0">
                <a:solidFill>
                  <a:srgbClr val="5E7180"/>
                </a:solidFill>
              </a:defRPr>
            </a:lvl3pPr>
            <a:lvl4pPr algn="r">
              <a:defRPr sz="825" b="0">
                <a:solidFill>
                  <a:srgbClr val="5E7180"/>
                </a:solidFill>
              </a:defRPr>
            </a:lvl4pPr>
            <a:lvl5pPr algn="r">
              <a:defRPr sz="825" b="0">
                <a:solidFill>
                  <a:srgbClr val="5E7180"/>
                </a:solidFill>
              </a:defRPr>
            </a:lvl5pPr>
            <a:lvl6pPr algn="r">
              <a:defRPr sz="825" b="0">
                <a:solidFill>
                  <a:srgbClr val="5E7180"/>
                </a:solidFill>
              </a:defRPr>
            </a:lvl6pPr>
            <a:lvl7pPr algn="r">
              <a:defRPr sz="825" b="0">
                <a:solidFill>
                  <a:srgbClr val="5E7180"/>
                </a:solidFill>
              </a:defRPr>
            </a:lvl7pPr>
            <a:lvl8pPr algn="r">
              <a:defRPr sz="825" b="0">
                <a:solidFill>
                  <a:srgbClr val="5E7180"/>
                </a:solidFill>
              </a:defRPr>
            </a:lvl8pPr>
            <a:lvl9pPr algn="r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326D4-9E5F-4945-92EC-49897937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6B4A"/>
                </a:solidFill>
              </a:defRPr>
            </a:defPPr>
            <a:lvl1pPr algn="l">
              <a:defRPr sz="1350" b="1">
                <a:solidFill>
                  <a:srgbClr val="FF6B4A"/>
                </a:solidFill>
              </a:defRPr>
            </a:lvl1pPr>
            <a:lvl2pPr algn="l">
              <a:defRPr sz="1350" b="1">
                <a:solidFill>
                  <a:srgbClr val="FF6B4A"/>
                </a:solidFill>
              </a:defRPr>
            </a:lvl2pPr>
            <a:lvl3pPr algn="l">
              <a:defRPr sz="1350" b="1">
                <a:solidFill>
                  <a:srgbClr val="FF6B4A"/>
                </a:solidFill>
              </a:defRPr>
            </a:lvl3pPr>
            <a:lvl4pPr algn="l">
              <a:defRPr sz="1350" b="1">
                <a:solidFill>
                  <a:srgbClr val="FF6B4A"/>
                </a:solidFill>
              </a:defRPr>
            </a:lvl4pPr>
            <a:lvl5pPr algn="l">
              <a:defRPr sz="1350" b="1">
                <a:solidFill>
                  <a:srgbClr val="FF6B4A"/>
                </a:solidFill>
              </a:defRPr>
            </a:lvl5pPr>
            <a:lvl6pPr algn="l">
              <a:defRPr sz="1350" b="1">
                <a:solidFill>
                  <a:srgbClr val="FF6B4A"/>
                </a:solidFill>
              </a:defRPr>
            </a:lvl6pPr>
            <a:lvl7pPr algn="l">
              <a:defRPr sz="1350" b="1">
                <a:solidFill>
                  <a:srgbClr val="FF6B4A"/>
                </a:solidFill>
              </a:defRPr>
            </a:lvl7pPr>
            <a:lvl8pPr algn="l">
              <a:defRPr sz="1350" b="1">
                <a:solidFill>
                  <a:srgbClr val="FF6B4A"/>
                </a:solidFill>
              </a:defRPr>
            </a:lvl8pPr>
            <a:lvl9pPr algn="l">
              <a:defRPr sz="13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Entrada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6E7DD-4453-46C8-BE35-350FCBDA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2263A"/>
                </a:solidFill>
              </a:defRPr>
            </a:defPPr>
            <a:lvl1pPr algn="l">
              <a:defRPr sz="1725" b="0">
                <a:solidFill>
                  <a:srgbClr val="12263A"/>
                </a:solidFill>
              </a:defRPr>
            </a:lvl1pPr>
            <a:lvl2pPr algn="l">
              <a:defRPr sz="1725" b="0">
                <a:solidFill>
                  <a:srgbClr val="12263A"/>
                </a:solidFill>
              </a:defRPr>
            </a:lvl2pPr>
            <a:lvl3pPr algn="l">
              <a:defRPr sz="1725" b="0">
                <a:solidFill>
                  <a:srgbClr val="12263A"/>
                </a:solidFill>
              </a:defRPr>
            </a:lvl3pPr>
            <a:lvl4pPr algn="l">
              <a:defRPr sz="1725" b="0">
                <a:solidFill>
                  <a:srgbClr val="12263A"/>
                </a:solidFill>
              </a:defRPr>
            </a:lvl4pPr>
            <a:lvl5pPr algn="l">
              <a:defRPr sz="1725" b="0">
                <a:solidFill>
                  <a:srgbClr val="12263A"/>
                </a:solidFill>
              </a:defRPr>
            </a:lvl5pPr>
            <a:lvl6pPr algn="l">
              <a:defRPr sz="1725" b="0">
                <a:solidFill>
                  <a:srgbClr val="12263A"/>
                </a:solidFill>
              </a:defRPr>
            </a:lvl6pPr>
            <a:lvl7pPr algn="l">
              <a:defRPr sz="1725" b="0">
                <a:solidFill>
                  <a:srgbClr val="12263A"/>
                </a:solidFill>
              </a:defRPr>
            </a:lvl7pPr>
            <a:lvl8pPr algn="l">
              <a:defRPr sz="1725" b="0">
                <a:solidFill>
                  <a:srgbClr val="12263A"/>
                </a:solidFill>
              </a:defRPr>
            </a:lvl8pPr>
            <a:lvl9pPr algn="l">
              <a:defRPr sz="1725" b="0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63A"/>
                </a:solidFill>
              </a:defRPr>
            </a:pPr>
            <a:r>
              <a:rPr sz="1725" b="0">
                <a:solidFill>
                  <a:srgbClr val="12263A"/>
                </a:solidFill>
              </a:rPr>
              <a:t>jugar(fila, columna)</a:t>
            </a:r>
          </a:p>
          <a:p xmlns:a="http://schemas.openxmlformats.org/drawingml/2006/main">
            <a:pPr algn="l">
              <a:defRPr sz="1725" b="0">
                <a:solidFill>
                  <a:srgbClr val="12263A"/>
                </a:solidFill>
              </a:defRPr>
            </a:pPr>
            <a:r>
              <a:rPr sz="1725" b="0">
                <a:solidFill>
                  <a:srgbClr val="12263A"/>
                </a:solidFill>
              </a:rPr>
              <a:t>coordenadas de 1 a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D3D13-7194-4594-98FC-4634DDC7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00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0A6A6"/>
                </a:solidFill>
              </a:defRPr>
            </a:defPPr>
            <a:lvl1pPr algn="l">
              <a:defRPr sz="1350" b="1">
                <a:solidFill>
                  <a:srgbClr val="00A6A6"/>
                </a:solidFill>
              </a:defRPr>
            </a:lvl1pPr>
            <a:lvl2pPr algn="l">
              <a:defRPr sz="1350" b="1">
                <a:solidFill>
                  <a:srgbClr val="00A6A6"/>
                </a:solidFill>
              </a:defRPr>
            </a:lvl2pPr>
            <a:lvl3pPr algn="l">
              <a:defRPr sz="1350" b="1">
                <a:solidFill>
                  <a:srgbClr val="00A6A6"/>
                </a:solidFill>
              </a:defRPr>
            </a:lvl3pPr>
            <a:lvl4pPr algn="l">
              <a:defRPr sz="1350" b="1">
                <a:solidFill>
                  <a:srgbClr val="00A6A6"/>
                </a:solidFill>
              </a:defRPr>
            </a:lvl4pPr>
            <a:lvl5pPr algn="l">
              <a:defRPr sz="1350" b="1">
                <a:solidFill>
                  <a:srgbClr val="00A6A6"/>
                </a:solidFill>
              </a:defRPr>
            </a:lvl5pPr>
            <a:lvl6pPr algn="l">
              <a:defRPr sz="1350" b="1">
                <a:solidFill>
                  <a:srgbClr val="00A6A6"/>
                </a:solidFill>
              </a:defRPr>
            </a:lvl6pPr>
            <a:lvl7pPr algn="l">
              <a:defRPr sz="1350" b="1">
                <a:solidFill>
                  <a:srgbClr val="00A6A6"/>
                </a:solidFill>
              </a:defRPr>
            </a:lvl7pPr>
            <a:lvl8pPr algn="l">
              <a:defRPr sz="1350" b="1">
                <a:solidFill>
                  <a:srgbClr val="00A6A6"/>
                </a:solidFill>
              </a:defRPr>
            </a:lvl8pPr>
            <a:lvl9pPr algn="l">
              <a:defRPr sz="13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A6A6"/>
                </a:solidFill>
              </a:defRPr>
            </a:pPr>
            <a:r>
              <a:rPr sz="1350" b="1">
                <a:solidFill>
                  <a:srgbClr val="00A6A6"/>
                </a:solidFill>
              </a:rPr>
              <a:t>Reglas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3AD9C-4FAB-4D51-B992-D7A1F818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765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2263A"/>
                </a:solidFill>
              </a:defRPr>
            </a:defPPr>
            <a:lvl1pPr algn="l">
              <a:defRPr sz="1725" b="0">
                <a:solidFill>
                  <a:srgbClr val="12263A"/>
                </a:solidFill>
              </a:defRPr>
            </a:lvl1pPr>
            <a:lvl2pPr algn="l">
              <a:defRPr sz="1725" b="0">
                <a:solidFill>
                  <a:srgbClr val="12263A"/>
                </a:solidFill>
              </a:defRPr>
            </a:lvl2pPr>
            <a:lvl3pPr algn="l">
              <a:defRPr sz="1725" b="0">
                <a:solidFill>
                  <a:srgbClr val="12263A"/>
                </a:solidFill>
              </a:defRPr>
            </a:lvl3pPr>
            <a:lvl4pPr algn="l">
              <a:defRPr sz="1725" b="0">
                <a:solidFill>
                  <a:srgbClr val="12263A"/>
                </a:solidFill>
              </a:defRPr>
            </a:lvl4pPr>
            <a:lvl5pPr algn="l">
              <a:defRPr sz="1725" b="0">
                <a:solidFill>
                  <a:srgbClr val="12263A"/>
                </a:solidFill>
              </a:defRPr>
            </a:lvl5pPr>
            <a:lvl6pPr algn="l">
              <a:defRPr sz="1725" b="0">
                <a:solidFill>
                  <a:srgbClr val="12263A"/>
                </a:solidFill>
              </a:defRPr>
            </a:lvl6pPr>
            <a:lvl7pPr algn="l">
              <a:defRPr sz="1725" b="0">
                <a:solidFill>
                  <a:srgbClr val="12263A"/>
                </a:solidFill>
              </a:defRPr>
            </a:lvl7pPr>
            <a:lvl8pPr algn="l">
              <a:defRPr sz="1725" b="0">
                <a:solidFill>
                  <a:srgbClr val="12263A"/>
                </a:solidFill>
              </a:defRPr>
            </a:lvl8pPr>
            <a:lvl9pPr algn="l">
              <a:defRPr sz="1725" b="0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63A"/>
                </a:solidFill>
              </a:defRPr>
            </a:pPr>
            <a:r>
              <a:rPr sz="1725" b="0">
                <a:solidFill>
                  <a:srgbClr val="12263A"/>
                </a:solidFill>
              </a:rPr>
              <a:t>Turnos X / O</a:t>
            </a:r>
          </a:p>
          <a:p xmlns:a="http://schemas.openxmlformats.org/drawingml/2006/main">
            <a:pPr algn="l">
              <a:defRPr sz="1725" b="0">
                <a:solidFill>
                  <a:srgbClr val="12263A"/>
                </a:solidFill>
              </a:defRPr>
            </a:pPr>
            <a:r>
              <a:rPr sz="1725" b="0">
                <a:solidFill>
                  <a:srgbClr val="12263A"/>
                </a:solidFill>
              </a:rPr>
              <a:t>casilla libre</a:t>
            </a:r>
          </a:p>
          <a:p xmlns:a="http://schemas.openxmlformats.org/drawingml/2006/main">
            <a:pPr algn="l">
              <a:defRPr sz="1725" b="0">
                <a:solidFill>
                  <a:srgbClr val="12263A"/>
                </a:solidFill>
              </a:defRPr>
            </a:pPr>
            <a:r>
              <a:rPr sz="1725" b="0">
                <a:solidFill>
                  <a:srgbClr val="12263A"/>
                </a:solidFill>
              </a:rPr>
              <a:t>línea, empate o continuación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4DAF7-2F2D-4A1A-8D54-A4022EC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F6B4A"/>
                </a:solidFill>
              </a:defRPr>
            </a:defPPr>
            <a:lvl1pPr algn="l">
              <a:defRPr sz="1350" b="1">
                <a:solidFill>
                  <a:srgbClr val="FF6B4A"/>
                </a:solidFill>
              </a:defRPr>
            </a:lvl1pPr>
            <a:lvl2pPr algn="l">
              <a:defRPr sz="1350" b="1">
                <a:solidFill>
                  <a:srgbClr val="FF6B4A"/>
                </a:solidFill>
              </a:defRPr>
            </a:lvl2pPr>
            <a:lvl3pPr algn="l">
              <a:defRPr sz="1350" b="1">
                <a:solidFill>
                  <a:srgbClr val="FF6B4A"/>
                </a:solidFill>
              </a:defRPr>
            </a:lvl3pPr>
            <a:lvl4pPr algn="l">
              <a:defRPr sz="1350" b="1">
                <a:solidFill>
                  <a:srgbClr val="FF6B4A"/>
                </a:solidFill>
              </a:defRPr>
            </a:lvl4pPr>
            <a:lvl5pPr algn="l">
              <a:defRPr sz="1350" b="1">
                <a:solidFill>
                  <a:srgbClr val="FF6B4A"/>
                </a:solidFill>
              </a:defRPr>
            </a:lvl5pPr>
            <a:lvl6pPr algn="l">
              <a:defRPr sz="1350" b="1">
                <a:solidFill>
                  <a:srgbClr val="FF6B4A"/>
                </a:solidFill>
              </a:defRPr>
            </a:lvl6pPr>
            <a:lvl7pPr algn="l">
              <a:defRPr sz="1350" b="1">
                <a:solidFill>
                  <a:srgbClr val="FF6B4A"/>
                </a:solidFill>
              </a:defRPr>
            </a:lvl7pPr>
            <a:lvl8pPr algn="l">
              <a:defRPr sz="1350" b="1">
                <a:solidFill>
                  <a:srgbClr val="FF6B4A"/>
                </a:solidFill>
              </a:defRPr>
            </a:lvl8pPr>
            <a:lvl9pPr algn="l">
              <a:defRPr sz="13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6B4A"/>
                </a:solidFill>
              </a:defRPr>
            </a:pPr>
            <a:r>
              <a:rPr sz="1350" b="1">
                <a:solidFill>
                  <a:srgbClr val="FF6B4A"/>
                </a:solidFill>
              </a:rPr>
              <a:t>Salida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0E4B5-14FA-48A0-ADD2-8FEEFB22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2263A"/>
                </a:solidFill>
              </a:defRPr>
            </a:defPPr>
            <a:lvl1pPr algn="l">
              <a:defRPr sz="1725" b="0">
                <a:solidFill>
                  <a:srgbClr val="12263A"/>
                </a:solidFill>
              </a:defRPr>
            </a:lvl1pPr>
            <a:lvl2pPr algn="l">
              <a:defRPr sz="1725" b="0">
                <a:solidFill>
                  <a:srgbClr val="12263A"/>
                </a:solidFill>
              </a:defRPr>
            </a:lvl2pPr>
            <a:lvl3pPr algn="l">
              <a:defRPr sz="1725" b="0">
                <a:solidFill>
                  <a:srgbClr val="12263A"/>
                </a:solidFill>
              </a:defRPr>
            </a:lvl3pPr>
            <a:lvl4pPr algn="l">
              <a:defRPr sz="1725" b="0">
                <a:solidFill>
                  <a:srgbClr val="12263A"/>
                </a:solidFill>
              </a:defRPr>
            </a:lvl4pPr>
            <a:lvl5pPr algn="l">
              <a:defRPr sz="1725" b="0">
                <a:solidFill>
                  <a:srgbClr val="12263A"/>
                </a:solidFill>
              </a:defRPr>
            </a:lvl5pPr>
            <a:lvl6pPr algn="l">
              <a:defRPr sz="1725" b="0">
                <a:solidFill>
                  <a:srgbClr val="12263A"/>
                </a:solidFill>
              </a:defRPr>
            </a:lvl6pPr>
            <a:lvl7pPr algn="l">
              <a:defRPr sz="1725" b="0">
                <a:solidFill>
                  <a:srgbClr val="12263A"/>
                </a:solidFill>
              </a:defRPr>
            </a:lvl7pPr>
            <a:lvl8pPr algn="l">
              <a:defRPr sz="1725" b="0">
                <a:solidFill>
                  <a:srgbClr val="12263A"/>
                </a:solidFill>
              </a:defRPr>
            </a:lvl8pPr>
            <a:lvl9pPr algn="l">
              <a:defRPr sz="1725" b="0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63A"/>
                </a:solidFill>
              </a:defRPr>
            </a:pPr>
            <a:r>
              <a:rPr sz="1725" b="0">
                <a:solidFill>
                  <a:srgbClr val="12263A"/>
                </a:solidFill>
              </a:rPr>
              <a:t>ResultadoJugada</a:t>
            </a:r>
          </a:p>
          <a:p xmlns:a="http://schemas.openxmlformats.org/drawingml/2006/main">
            <a:pPr algn="l">
              <a:defRPr sz="1725" b="0">
                <a:solidFill>
                  <a:srgbClr val="12263A"/>
                </a:solidFill>
              </a:defRPr>
            </a:pPr>
            <a:r>
              <a:rPr sz="1725" b="0">
                <a:solidFill>
                  <a:srgbClr val="12263A"/>
                </a:solidFill>
              </a:rPr>
              <a:t>estado, jugador y ganador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3E789-675D-4D5D-9F80-E640C425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63746"/>
                </a:solidFill>
              </a:defRPr>
            </a:defPPr>
            <a:lvl1pPr algn="ctr">
              <a:defRPr sz="1500" b="1">
                <a:solidFill>
                  <a:srgbClr val="263746"/>
                </a:solidFill>
              </a:defRPr>
            </a:lvl1pPr>
            <a:lvl2pPr algn="ctr">
              <a:defRPr sz="1500" b="1">
                <a:solidFill>
                  <a:srgbClr val="263746"/>
                </a:solidFill>
              </a:defRPr>
            </a:lvl2pPr>
            <a:lvl3pPr algn="ctr">
              <a:defRPr sz="1500" b="1">
                <a:solidFill>
                  <a:srgbClr val="263746"/>
                </a:solidFill>
              </a:defRPr>
            </a:lvl3pPr>
            <a:lvl4pPr algn="ctr">
              <a:defRPr sz="1500" b="1">
                <a:solidFill>
                  <a:srgbClr val="263746"/>
                </a:solidFill>
              </a:defRPr>
            </a:lvl4pPr>
            <a:lvl5pPr algn="ctr">
              <a:defRPr sz="1500" b="1">
                <a:solidFill>
                  <a:srgbClr val="263746"/>
                </a:solidFill>
              </a:defRPr>
            </a:lvl5pPr>
            <a:lvl6pPr algn="ctr">
              <a:defRPr sz="1500" b="1">
                <a:solidFill>
                  <a:srgbClr val="263746"/>
                </a:solidFill>
              </a:defRPr>
            </a:lvl6pPr>
            <a:lvl7pPr algn="ctr">
              <a:defRPr sz="1500" b="1">
                <a:solidFill>
                  <a:srgbClr val="263746"/>
                </a:solidFill>
              </a:defRPr>
            </a:lvl7pPr>
            <a:lvl8pPr algn="ctr">
              <a:defRPr sz="1500" b="1">
                <a:solidFill>
                  <a:srgbClr val="263746"/>
                </a:solidFill>
              </a:defRPr>
            </a:lvl8pPr>
            <a:lvl9pPr algn="ctr">
              <a:defRPr sz="1500" b="1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</a:rPr>
              <a:t>Decisión de diseño: el tablero se expone como copia defensiva para evitar mutaciones externas.</a:t>
            </a:r>
          </a:p>
        </p:txBody>
      </p:sp>
    </p:spTree>
    <p:extLst>
      <p:ext uri="{BB962C8B-B14F-4D97-AF65-F5344CB8AC3E}">
        <p14:creationId xmlns:p14="http://schemas.microsoft.com/office/powerpoint/2010/main" val="1902478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7CDA5-714B-4702-8764-47F970A4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6B4A"/>
                </a:solidFill>
              </a:defRPr>
            </a:defPPr>
            <a:lvl1pPr algn="l">
              <a:defRPr sz="1050" b="1">
                <a:solidFill>
                  <a:srgbClr val="FF6B4A"/>
                </a:solidFill>
              </a:defRPr>
            </a:lvl1pPr>
            <a:lvl2pPr algn="l">
              <a:defRPr sz="1050" b="1">
                <a:solidFill>
                  <a:srgbClr val="FF6B4A"/>
                </a:solidFill>
              </a:defRPr>
            </a:lvl2pPr>
            <a:lvl3pPr algn="l">
              <a:defRPr sz="1050" b="1">
                <a:solidFill>
                  <a:srgbClr val="FF6B4A"/>
                </a:solidFill>
              </a:defRPr>
            </a:lvl3pPr>
            <a:lvl4pPr algn="l">
              <a:defRPr sz="1050" b="1">
                <a:solidFill>
                  <a:srgbClr val="FF6B4A"/>
                </a:solidFill>
              </a:defRPr>
            </a:lvl4pPr>
            <a:lvl5pPr algn="l">
              <a:defRPr sz="1050" b="1">
                <a:solidFill>
                  <a:srgbClr val="FF6B4A"/>
                </a:solidFill>
              </a:defRPr>
            </a:lvl5pPr>
            <a:lvl6pPr algn="l">
              <a:defRPr sz="1050" b="1">
                <a:solidFill>
                  <a:srgbClr val="FF6B4A"/>
                </a:solidFill>
              </a:defRPr>
            </a:lvl6pPr>
            <a:lvl7pPr algn="l">
              <a:defRPr sz="1050" b="1">
                <a:solidFill>
                  <a:srgbClr val="FF6B4A"/>
                </a:solidFill>
              </a:defRPr>
            </a:lvl7pPr>
            <a:lvl8pPr algn="l">
              <a:defRPr sz="1050" b="1">
                <a:solidFill>
                  <a:srgbClr val="FF6B4A"/>
                </a:solidFill>
              </a:defRPr>
            </a:lvl8pPr>
            <a:lvl9pPr algn="l">
              <a:defRPr sz="10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6B4A"/>
                </a:solidFill>
              </a:defRPr>
            </a:pPr>
            <a:r>
              <a:rPr sz="1050" b="1">
                <a:solidFill>
                  <a:srgbClr val="FF6B4A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30611-9810-401E-8170-8195972C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2263A"/>
                </a:solidFill>
              </a:defRPr>
            </a:defPPr>
            <a:lvl1pPr algn="l">
              <a:defRPr sz="2400" b="1">
                <a:solidFill>
                  <a:srgbClr val="12263A"/>
                </a:solidFill>
              </a:defRPr>
            </a:lvl1pPr>
            <a:lvl2pPr algn="l">
              <a:defRPr sz="2400" b="1">
                <a:solidFill>
                  <a:srgbClr val="12263A"/>
                </a:solidFill>
              </a:defRPr>
            </a:lvl2pPr>
            <a:lvl3pPr algn="l">
              <a:defRPr sz="2400" b="1">
                <a:solidFill>
                  <a:srgbClr val="12263A"/>
                </a:solidFill>
              </a:defRPr>
            </a:lvl3pPr>
            <a:lvl4pPr algn="l">
              <a:defRPr sz="2400" b="1">
                <a:solidFill>
                  <a:srgbClr val="12263A"/>
                </a:solidFill>
              </a:defRPr>
            </a:lvl4pPr>
            <a:lvl5pPr algn="l">
              <a:defRPr sz="2400" b="1">
                <a:solidFill>
                  <a:srgbClr val="12263A"/>
                </a:solidFill>
              </a:defRPr>
            </a:lvl5pPr>
            <a:lvl6pPr algn="l">
              <a:defRPr sz="2400" b="1">
                <a:solidFill>
                  <a:srgbClr val="12263A"/>
                </a:solidFill>
              </a:defRPr>
            </a:lvl6pPr>
            <a:lvl7pPr algn="l">
              <a:defRPr sz="2400" b="1">
                <a:solidFill>
                  <a:srgbClr val="12263A"/>
                </a:solidFill>
              </a:defRPr>
            </a:lvl7pPr>
            <a:lvl8pPr algn="l">
              <a:defRPr sz="2400" b="1">
                <a:solidFill>
                  <a:srgbClr val="12263A"/>
                </a:solidFill>
              </a:defRPr>
            </a:lvl8pPr>
            <a:lvl9pPr algn="l">
              <a:defRPr sz="240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63A"/>
                </a:solidFill>
              </a:defRPr>
            </a:pPr>
            <a:r>
              <a:rPr sz="2400" b="1">
                <a:solidFill>
                  <a:srgbClr val="12263A"/>
                </a:solidFill>
              </a:rPr>
              <a:t>Ciclos TDD aplicados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DD086-33A9-4E65-A13A-793424C6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E7180"/>
                </a:solidFill>
              </a:defRPr>
            </a:defPPr>
            <a:lvl1pPr algn="l">
              <a:defRPr sz="1275" b="0">
                <a:solidFill>
                  <a:srgbClr val="5E7180"/>
                </a:solidFill>
              </a:defRPr>
            </a:lvl1pPr>
            <a:lvl2pPr algn="l">
              <a:defRPr sz="1275" b="0">
                <a:solidFill>
                  <a:srgbClr val="5E7180"/>
                </a:solidFill>
              </a:defRPr>
            </a:lvl2pPr>
            <a:lvl3pPr algn="l">
              <a:defRPr sz="1275" b="0">
                <a:solidFill>
                  <a:srgbClr val="5E7180"/>
                </a:solidFill>
              </a:defRPr>
            </a:lvl3pPr>
            <a:lvl4pPr algn="l">
              <a:defRPr sz="1275" b="0">
                <a:solidFill>
                  <a:srgbClr val="5E7180"/>
                </a:solidFill>
              </a:defRPr>
            </a:lvl4pPr>
            <a:lvl5pPr algn="l">
              <a:defRPr sz="1275" b="0">
                <a:solidFill>
                  <a:srgbClr val="5E7180"/>
                </a:solidFill>
              </a:defRPr>
            </a:lvl5pPr>
            <a:lvl6pPr algn="l">
              <a:defRPr sz="1275" b="0">
                <a:solidFill>
                  <a:srgbClr val="5E7180"/>
                </a:solidFill>
              </a:defRPr>
            </a:lvl6pPr>
            <a:lvl7pPr algn="l">
              <a:defRPr sz="1275" b="0">
                <a:solidFill>
                  <a:srgbClr val="5E7180"/>
                </a:solidFill>
              </a:defRPr>
            </a:lvl7pPr>
            <a:lvl8pPr algn="l">
              <a:defRPr sz="1275" b="0">
                <a:solidFill>
                  <a:srgbClr val="5E7180"/>
                </a:solidFill>
              </a:defRPr>
            </a:lvl8pPr>
            <a:lvl9pPr algn="l">
              <a:defRPr sz="127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7180"/>
                </a:solidFill>
              </a:defRPr>
            </a:pPr>
            <a:r>
              <a:rPr sz="1275" b="0">
                <a:solidFill>
                  <a:srgbClr val="5E7180"/>
                </a:solidFill>
              </a:rPr>
              <a:t>Cada incremento parte de una expectativa observable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72B-58B4-4083-9880-9C0A99E3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E7180"/>
                </a:solidFill>
              </a:defRPr>
            </a:defPPr>
            <a:lvl1pPr algn="l">
              <a:defRPr sz="825" b="0">
                <a:solidFill>
                  <a:srgbClr val="5E7180"/>
                </a:solidFill>
              </a:defRPr>
            </a:lvl1pPr>
            <a:lvl2pPr algn="l">
              <a:defRPr sz="825" b="0">
                <a:solidFill>
                  <a:srgbClr val="5E7180"/>
                </a:solidFill>
              </a:defRPr>
            </a:lvl2pPr>
            <a:lvl3pPr algn="l">
              <a:defRPr sz="825" b="0">
                <a:solidFill>
                  <a:srgbClr val="5E7180"/>
                </a:solidFill>
              </a:defRPr>
            </a:lvl3pPr>
            <a:lvl4pPr algn="l">
              <a:defRPr sz="825" b="0">
                <a:solidFill>
                  <a:srgbClr val="5E7180"/>
                </a:solidFill>
              </a:defRPr>
            </a:lvl4pPr>
            <a:lvl5pPr algn="l">
              <a:defRPr sz="825" b="0">
                <a:solidFill>
                  <a:srgbClr val="5E7180"/>
                </a:solidFill>
              </a:defRPr>
            </a:lvl5pPr>
            <a:lvl6pPr algn="l">
              <a:defRPr sz="825" b="0">
                <a:solidFill>
                  <a:srgbClr val="5E7180"/>
                </a:solidFill>
              </a:defRPr>
            </a:lvl6pPr>
            <a:lvl7pPr algn="l">
              <a:defRPr sz="825" b="0">
                <a:solidFill>
                  <a:srgbClr val="5E7180"/>
                </a:solidFill>
              </a:defRPr>
            </a:lvl7pPr>
            <a:lvl8pPr algn="l">
              <a:defRPr sz="825" b="0">
                <a:solidFill>
                  <a:srgbClr val="5E7180"/>
                </a:solidFill>
              </a:defRPr>
            </a:lvl8pPr>
            <a:lvl9pPr algn="l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Taller #6 · TDD · Tres en Raya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9DD58-0272-4245-91E9-DA7F694D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E7180"/>
                </a:solidFill>
              </a:defRPr>
            </a:defPPr>
            <a:lvl1pPr algn="r">
              <a:defRPr sz="825" b="0">
                <a:solidFill>
                  <a:srgbClr val="5E7180"/>
                </a:solidFill>
              </a:defRPr>
            </a:lvl1pPr>
            <a:lvl2pPr algn="r">
              <a:defRPr sz="825" b="0">
                <a:solidFill>
                  <a:srgbClr val="5E7180"/>
                </a:solidFill>
              </a:defRPr>
            </a:lvl2pPr>
            <a:lvl3pPr algn="r">
              <a:defRPr sz="825" b="0">
                <a:solidFill>
                  <a:srgbClr val="5E7180"/>
                </a:solidFill>
              </a:defRPr>
            </a:lvl3pPr>
            <a:lvl4pPr algn="r">
              <a:defRPr sz="825" b="0">
                <a:solidFill>
                  <a:srgbClr val="5E7180"/>
                </a:solidFill>
              </a:defRPr>
            </a:lvl4pPr>
            <a:lvl5pPr algn="r">
              <a:defRPr sz="825" b="0">
                <a:solidFill>
                  <a:srgbClr val="5E7180"/>
                </a:solidFill>
              </a:defRPr>
            </a:lvl5pPr>
            <a:lvl6pPr algn="r">
              <a:defRPr sz="825" b="0">
                <a:solidFill>
                  <a:srgbClr val="5E7180"/>
                </a:solidFill>
              </a:defRPr>
            </a:lvl6pPr>
            <a:lvl7pPr algn="r">
              <a:defRPr sz="825" b="0">
                <a:solidFill>
                  <a:srgbClr val="5E7180"/>
                </a:solidFill>
              </a:defRPr>
            </a:lvl7pPr>
            <a:lvl8pPr algn="r">
              <a:defRPr sz="825" b="0">
                <a:solidFill>
                  <a:srgbClr val="5E7180"/>
                </a:solidFill>
              </a:defRPr>
            </a:lvl8pPr>
            <a:lvl9pPr algn="r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9F30B-E14C-4008-860F-1FC24FAA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>
                <a:solidFill>
                  <a:srgbClr val="FF6B4A"/>
                </a:solidFill>
              </a:defRPr>
            </a:defPPr>
            <a:lvl1pPr algn="ctr">
              <a:defRPr sz="1800" b="1">
                <a:solidFill>
                  <a:srgbClr val="FF6B4A"/>
                </a:solidFill>
              </a:defRPr>
            </a:lvl1pPr>
            <a:lvl2pPr algn="ctr">
              <a:defRPr sz="1800" b="1">
                <a:solidFill>
                  <a:srgbClr val="FF6B4A"/>
                </a:solidFill>
              </a:defRPr>
            </a:lvl2pPr>
            <a:lvl3pPr algn="ctr">
              <a:defRPr sz="1800" b="1">
                <a:solidFill>
                  <a:srgbClr val="FF6B4A"/>
                </a:solidFill>
              </a:defRPr>
            </a:lvl3pPr>
            <a:lvl4pPr algn="ctr">
              <a:defRPr sz="1800" b="1">
                <a:solidFill>
                  <a:srgbClr val="FF6B4A"/>
                </a:solidFill>
              </a:defRPr>
            </a:lvl4pPr>
            <a:lvl5pPr algn="ctr">
              <a:defRPr sz="1800" b="1">
                <a:solidFill>
                  <a:srgbClr val="FF6B4A"/>
                </a:solidFill>
              </a:defRPr>
            </a:lvl5pPr>
            <a:lvl6pPr algn="ctr">
              <a:defRPr sz="1800" b="1">
                <a:solidFill>
                  <a:srgbClr val="FF6B4A"/>
                </a:solidFill>
              </a:defRPr>
            </a:lvl6pPr>
            <a:lvl7pPr algn="ctr">
              <a:defRPr sz="1800" b="1">
                <a:solidFill>
                  <a:srgbClr val="FF6B4A"/>
                </a:solidFill>
              </a:defRPr>
            </a:lvl7pPr>
            <a:lvl8pPr algn="ctr">
              <a:defRPr sz="1800" b="1">
                <a:solidFill>
                  <a:srgbClr val="FF6B4A"/>
                </a:solidFill>
              </a:defRPr>
            </a:lvl8pPr>
            <a:lvl9pPr algn="ctr">
              <a:defRPr sz="180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6B4A"/>
                </a:solidFill>
              </a:defRPr>
            </a:pPr>
            <a:r>
              <a:rPr sz="1800" b="1">
                <a:solidFill>
                  <a:srgbClr val="FF6B4A"/>
                </a:solidFill>
              </a:rPr>
              <a:t>ROJO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FE44B-42F4-402B-B023-2A16A724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263746"/>
                </a:solidFill>
              </a:defRPr>
            </a:defPPr>
            <a:lvl1pPr algn="ctr">
              <a:defRPr sz="1575" b="0">
                <a:solidFill>
                  <a:srgbClr val="263746"/>
                </a:solidFill>
              </a:defRPr>
            </a:lvl1pPr>
            <a:lvl2pPr algn="ctr">
              <a:defRPr sz="1575" b="0">
                <a:solidFill>
                  <a:srgbClr val="263746"/>
                </a:solidFill>
              </a:defRPr>
            </a:lvl2pPr>
            <a:lvl3pPr algn="ctr">
              <a:defRPr sz="1575" b="0">
                <a:solidFill>
                  <a:srgbClr val="263746"/>
                </a:solidFill>
              </a:defRPr>
            </a:lvl3pPr>
            <a:lvl4pPr algn="ctr">
              <a:defRPr sz="1575" b="0">
                <a:solidFill>
                  <a:srgbClr val="263746"/>
                </a:solidFill>
              </a:defRPr>
            </a:lvl4pPr>
            <a:lvl5pPr algn="ctr">
              <a:defRPr sz="1575" b="0">
                <a:solidFill>
                  <a:srgbClr val="263746"/>
                </a:solidFill>
              </a:defRPr>
            </a:lvl5pPr>
            <a:lvl6pPr algn="ctr">
              <a:defRPr sz="1575" b="0">
                <a:solidFill>
                  <a:srgbClr val="263746"/>
                </a:solidFill>
              </a:defRPr>
            </a:lvl6pPr>
            <a:lvl7pPr algn="ctr">
              <a:defRPr sz="1575" b="0">
                <a:solidFill>
                  <a:srgbClr val="263746"/>
                </a:solidFill>
              </a:defRPr>
            </a:lvl7pPr>
            <a:lvl8pPr algn="ctr">
              <a:defRPr sz="1575" b="0">
                <a:solidFill>
                  <a:srgbClr val="263746"/>
                </a:solidFill>
              </a:defRPr>
            </a:lvl8pPr>
            <a:lvl9pPr algn="ctr">
              <a:defRPr sz="1575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</a:rPr>
              <a:t>Una prueba expresa la siguiente regla y falla por la razón esperada.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D2F7F-3070-461A-A762-97760B83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>
                <a:solidFill>
                  <a:srgbClr val="00A6A6"/>
                </a:solidFill>
              </a:defRPr>
            </a:defPPr>
            <a:lvl1pPr algn="ctr">
              <a:defRPr sz="1800" b="1">
                <a:solidFill>
                  <a:srgbClr val="00A6A6"/>
                </a:solidFill>
              </a:defRPr>
            </a:lvl1pPr>
            <a:lvl2pPr algn="ctr">
              <a:defRPr sz="1800" b="1">
                <a:solidFill>
                  <a:srgbClr val="00A6A6"/>
                </a:solidFill>
              </a:defRPr>
            </a:lvl2pPr>
            <a:lvl3pPr algn="ctr">
              <a:defRPr sz="1800" b="1">
                <a:solidFill>
                  <a:srgbClr val="00A6A6"/>
                </a:solidFill>
              </a:defRPr>
            </a:lvl3pPr>
            <a:lvl4pPr algn="ctr">
              <a:defRPr sz="1800" b="1">
                <a:solidFill>
                  <a:srgbClr val="00A6A6"/>
                </a:solidFill>
              </a:defRPr>
            </a:lvl4pPr>
            <a:lvl5pPr algn="ctr">
              <a:defRPr sz="1800" b="1">
                <a:solidFill>
                  <a:srgbClr val="00A6A6"/>
                </a:solidFill>
              </a:defRPr>
            </a:lvl5pPr>
            <a:lvl6pPr algn="ctr">
              <a:defRPr sz="1800" b="1">
                <a:solidFill>
                  <a:srgbClr val="00A6A6"/>
                </a:solidFill>
              </a:defRPr>
            </a:lvl6pPr>
            <a:lvl7pPr algn="ctr">
              <a:defRPr sz="1800" b="1">
                <a:solidFill>
                  <a:srgbClr val="00A6A6"/>
                </a:solidFill>
              </a:defRPr>
            </a:lvl7pPr>
            <a:lvl8pPr algn="ctr">
              <a:defRPr sz="1800" b="1">
                <a:solidFill>
                  <a:srgbClr val="00A6A6"/>
                </a:solidFill>
              </a:defRPr>
            </a:lvl8pPr>
            <a:lvl9pPr algn="ctr">
              <a:defRPr sz="180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A6A6"/>
                </a:solidFill>
              </a:defRPr>
            </a:pPr>
            <a:r>
              <a:rPr sz="1800" b="1">
                <a:solidFill>
                  <a:srgbClr val="00A6A6"/>
                </a:solidFill>
              </a:rPr>
              <a:t>VERDE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6C213-995A-4421-A97B-726D6F0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263746"/>
                </a:solidFill>
              </a:defRPr>
            </a:defPPr>
            <a:lvl1pPr algn="ctr">
              <a:defRPr sz="1575" b="0">
                <a:solidFill>
                  <a:srgbClr val="263746"/>
                </a:solidFill>
              </a:defRPr>
            </a:lvl1pPr>
            <a:lvl2pPr algn="ctr">
              <a:defRPr sz="1575" b="0">
                <a:solidFill>
                  <a:srgbClr val="263746"/>
                </a:solidFill>
              </a:defRPr>
            </a:lvl2pPr>
            <a:lvl3pPr algn="ctr">
              <a:defRPr sz="1575" b="0">
                <a:solidFill>
                  <a:srgbClr val="263746"/>
                </a:solidFill>
              </a:defRPr>
            </a:lvl3pPr>
            <a:lvl4pPr algn="ctr">
              <a:defRPr sz="1575" b="0">
                <a:solidFill>
                  <a:srgbClr val="263746"/>
                </a:solidFill>
              </a:defRPr>
            </a:lvl4pPr>
            <a:lvl5pPr algn="ctr">
              <a:defRPr sz="1575" b="0">
                <a:solidFill>
                  <a:srgbClr val="263746"/>
                </a:solidFill>
              </a:defRPr>
            </a:lvl5pPr>
            <a:lvl6pPr algn="ctr">
              <a:defRPr sz="1575" b="0">
                <a:solidFill>
                  <a:srgbClr val="263746"/>
                </a:solidFill>
              </a:defRPr>
            </a:lvl6pPr>
            <a:lvl7pPr algn="ctr">
              <a:defRPr sz="1575" b="0">
                <a:solidFill>
                  <a:srgbClr val="263746"/>
                </a:solidFill>
              </a:defRPr>
            </a:lvl7pPr>
            <a:lvl8pPr algn="ctr">
              <a:defRPr sz="1575" b="0">
                <a:solidFill>
                  <a:srgbClr val="263746"/>
                </a:solidFill>
              </a:defRPr>
            </a:lvl8pPr>
            <a:lvl9pPr algn="ctr">
              <a:defRPr sz="1575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</a:rPr>
              <a:t>La implementación mínima hace pasar la prueba sin añadir alcance innecesario.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C8F38-7873-42C6-8724-94A45145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>
                <a:solidFill>
                  <a:srgbClr val="FF6B4A"/>
                </a:solidFill>
              </a:defRPr>
            </a:defPPr>
            <a:lvl1pPr algn="ctr">
              <a:defRPr sz="1800" b="1">
                <a:solidFill>
                  <a:srgbClr val="FF6B4A"/>
                </a:solidFill>
              </a:defRPr>
            </a:lvl1pPr>
            <a:lvl2pPr algn="ctr">
              <a:defRPr sz="1800" b="1">
                <a:solidFill>
                  <a:srgbClr val="FF6B4A"/>
                </a:solidFill>
              </a:defRPr>
            </a:lvl2pPr>
            <a:lvl3pPr algn="ctr">
              <a:defRPr sz="1800" b="1">
                <a:solidFill>
                  <a:srgbClr val="FF6B4A"/>
                </a:solidFill>
              </a:defRPr>
            </a:lvl3pPr>
            <a:lvl4pPr algn="ctr">
              <a:defRPr sz="1800" b="1">
                <a:solidFill>
                  <a:srgbClr val="FF6B4A"/>
                </a:solidFill>
              </a:defRPr>
            </a:lvl4pPr>
            <a:lvl5pPr algn="ctr">
              <a:defRPr sz="1800" b="1">
                <a:solidFill>
                  <a:srgbClr val="FF6B4A"/>
                </a:solidFill>
              </a:defRPr>
            </a:lvl5pPr>
            <a:lvl6pPr algn="ctr">
              <a:defRPr sz="1800" b="1">
                <a:solidFill>
                  <a:srgbClr val="FF6B4A"/>
                </a:solidFill>
              </a:defRPr>
            </a:lvl6pPr>
            <a:lvl7pPr algn="ctr">
              <a:defRPr sz="1800" b="1">
                <a:solidFill>
                  <a:srgbClr val="FF6B4A"/>
                </a:solidFill>
              </a:defRPr>
            </a:lvl7pPr>
            <a:lvl8pPr algn="ctr">
              <a:defRPr sz="1800" b="1">
                <a:solidFill>
                  <a:srgbClr val="FF6B4A"/>
                </a:solidFill>
              </a:defRPr>
            </a:lvl8pPr>
            <a:lvl9pPr algn="ctr">
              <a:defRPr sz="180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6B4A"/>
                </a:solidFill>
              </a:defRPr>
            </a:pPr>
            <a:r>
              <a:rPr sz="1800" b="1">
                <a:solidFill>
                  <a:srgbClr val="FF6B4A"/>
                </a:solidFill>
              </a:rPr>
              <a:t>REFACTOR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D2363-2C6E-4AFC-B213-A0ADE71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0">
                <a:solidFill>
                  <a:srgbClr val="263746"/>
                </a:solidFill>
              </a:defRPr>
            </a:defPPr>
            <a:lvl1pPr algn="ctr">
              <a:defRPr sz="1575" b="0">
                <a:solidFill>
                  <a:srgbClr val="263746"/>
                </a:solidFill>
              </a:defRPr>
            </a:lvl1pPr>
            <a:lvl2pPr algn="ctr">
              <a:defRPr sz="1575" b="0">
                <a:solidFill>
                  <a:srgbClr val="263746"/>
                </a:solidFill>
              </a:defRPr>
            </a:lvl2pPr>
            <a:lvl3pPr algn="ctr">
              <a:defRPr sz="1575" b="0">
                <a:solidFill>
                  <a:srgbClr val="263746"/>
                </a:solidFill>
              </a:defRPr>
            </a:lvl3pPr>
            <a:lvl4pPr algn="ctr">
              <a:defRPr sz="1575" b="0">
                <a:solidFill>
                  <a:srgbClr val="263746"/>
                </a:solidFill>
              </a:defRPr>
            </a:lvl4pPr>
            <a:lvl5pPr algn="ctr">
              <a:defRPr sz="1575" b="0">
                <a:solidFill>
                  <a:srgbClr val="263746"/>
                </a:solidFill>
              </a:defRPr>
            </a:lvl5pPr>
            <a:lvl6pPr algn="ctr">
              <a:defRPr sz="1575" b="0">
                <a:solidFill>
                  <a:srgbClr val="263746"/>
                </a:solidFill>
              </a:defRPr>
            </a:lvl6pPr>
            <a:lvl7pPr algn="ctr">
              <a:defRPr sz="1575" b="0">
                <a:solidFill>
                  <a:srgbClr val="263746"/>
                </a:solidFill>
              </a:defRPr>
            </a:lvl7pPr>
            <a:lvl8pPr algn="ctr">
              <a:defRPr sz="1575" b="0">
                <a:solidFill>
                  <a:srgbClr val="263746"/>
                </a:solidFill>
              </a:defRPr>
            </a:lvl8pPr>
            <a:lvl9pPr algn="ctr">
              <a:defRPr sz="1575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</a:rPr>
              <a:t>Se reduce duplicación con la red de seguridad de toda la suite.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53BDF-EAD1-499D-B038-476DA765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12263A"/>
                </a:solidFill>
              </a:defRPr>
            </a:defPPr>
            <a:lvl1pPr algn="ctr">
              <a:defRPr sz="1425" b="1">
                <a:solidFill>
                  <a:srgbClr val="12263A"/>
                </a:solidFill>
              </a:defRPr>
            </a:lvl1pPr>
            <a:lvl2pPr algn="ctr">
              <a:defRPr sz="1425" b="1">
                <a:solidFill>
                  <a:srgbClr val="12263A"/>
                </a:solidFill>
              </a:defRPr>
            </a:lvl2pPr>
            <a:lvl3pPr algn="ctr">
              <a:defRPr sz="1425" b="1">
                <a:solidFill>
                  <a:srgbClr val="12263A"/>
                </a:solidFill>
              </a:defRPr>
            </a:lvl3pPr>
            <a:lvl4pPr algn="ctr">
              <a:defRPr sz="1425" b="1">
                <a:solidFill>
                  <a:srgbClr val="12263A"/>
                </a:solidFill>
              </a:defRPr>
            </a:lvl4pPr>
            <a:lvl5pPr algn="ctr">
              <a:defRPr sz="1425" b="1">
                <a:solidFill>
                  <a:srgbClr val="12263A"/>
                </a:solidFill>
              </a:defRPr>
            </a:lvl5pPr>
            <a:lvl6pPr algn="ctr">
              <a:defRPr sz="1425" b="1">
                <a:solidFill>
                  <a:srgbClr val="12263A"/>
                </a:solidFill>
              </a:defRPr>
            </a:lvl6pPr>
            <a:lvl7pPr algn="ctr">
              <a:defRPr sz="1425" b="1">
                <a:solidFill>
                  <a:srgbClr val="12263A"/>
                </a:solidFill>
              </a:defRPr>
            </a:lvl7pPr>
            <a:lvl8pPr algn="ctr">
              <a:defRPr sz="1425" b="1">
                <a:solidFill>
                  <a:srgbClr val="12263A"/>
                </a:solidFill>
              </a:defRPr>
            </a:lvl8pPr>
            <a:lvl9pPr algn="ctr">
              <a:defRPr sz="1425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2263A"/>
                </a:solidFill>
              </a:defRPr>
            </a:pPr>
            <a:r>
              <a:rPr sz="1425" b="1">
                <a:solidFill>
                  <a:srgbClr val="12263A"/>
                </a:solidFill>
              </a:rPr>
              <a:t>Flujo documentado: prueba → implementación mínima → refactorización</a:t>
            </a:r>
          </a:p>
        </p:txBody>
      </p:sp>
    </p:spTree>
    <p:extLst>
      <p:ext uri="{BB962C8B-B14F-4D97-AF65-F5344CB8AC3E}">
        <p14:creationId xmlns:p14="http://schemas.microsoft.com/office/powerpoint/2010/main" val="362244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A85DF-4BFA-483A-A60D-601D483A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6B4A"/>
                </a:solidFill>
              </a:defRPr>
            </a:defPPr>
            <a:lvl1pPr algn="l">
              <a:defRPr sz="1050" b="1">
                <a:solidFill>
                  <a:srgbClr val="FF6B4A"/>
                </a:solidFill>
              </a:defRPr>
            </a:lvl1pPr>
            <a:lvl2pPr algn="l">
              <a:defRPr sz="1050" b="1">
                <a:solidFill>
                  <a:srgbClr val="FF6B4A"/>
                </a:solidFill>
              </a:defRPr>
            </a:lvl2pPr>
            <a:lvl3pPr algn="l">
              <a:defRPr sz="1050" b="1">
                <a:solidFill>
                  <a:srgbClr val="FF6B4A"/>
                </a:solidFill>
              </a:defRPr>
            </a:lvl3pPr>
            <a:lvl4pPr algn="l">
              <a:defRPr sz="1050" b="1">
                <a:solidFill>
                  <a:srgbClr val="FF6B4A"/>
                </a:solidFill>
              </a:defRPr>
            </a:lvl4pPr>
            <a:lvl5pPr algn="l">
              <a:defRPr sz="1050" b="1">
                <a:solidFill>
                  <a:srgbClr val="FF6B4A"/>
                </a:solidFill>
              </a:defRPr>
            </a:lvl5pPr>
            <a:lvl6pPr algn="l">
              <a:defRPr sz="1050" b="1">
                <a:solidFill>
                  <a:srgbClr val="FF6B4A"/>
                </a:solidFill>
              </a:defRPr>
            </a:lvl6pPr>
            <a:lvl7pPr algn="l">
              <a:defRPr sz="1050" b="1">
                <a:solidFill>
                  <a:srgbClr val="FF6B4A"/>
                </a:solidFill>
              </a:defRPr>
            </a:lvl7pPr>
            <a:lvl8pPr algn="l">
              <a:defRPr sz="1050" b="1">
                <a:solidFill>
                  <a:srgbClr val="FF6B4A"/>
                </a:solidFill>
              </a:defRPr>
            </a:lvl8pPr>
            <a:lvl9pPr algn="l">
              <a:defRPr sz="10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6B4A"/>
                </a:solidFill>
              </a:defRPr>
            </a:pPr>
            <a:r>
              <a:rPr sz="1050" b="1">
                <a:solidFill>
                  <a:srgbClr val="FF6B4A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16FD8-D37F-4F82-90F8-3F16A92A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2263A"/>
                </a:solidFill>
              </a:defRPr>
            </a:defPPr>
            <a:lvl1pPr algn="l">
              <a:defRPr sz="2400" b="1">
                <a:solidFill>
                  <a:srgbClr val="12263A"/>
                </a:solidFill>
              </a:defRPr>
            </a:lvl1pPr>
            <a:lvl2pPr algn="l">
              <a:defRPr sz="2400" b="1">
                <a:solidFill>
                  <a:srgbClr val="12263A"/>
                </a:solidFill>
              </a:defRPr>
            </a:lvl2pPr>
            <a:lvl3pPr algn="l">
              <a:defRPr sz="2400" b="1">
                <a:solidFill>
                  <a:srgbClr val="12263A"/>
                </a:solidFill>
              </a:defRPr>
            </a:lvl3pPr>
            <a:lvl4pPr algn="l">
              <a:defRPr sz="2400" b="1">
                <a:solidFill>
                  <a:srgbClr val="12263A"/>
                </a:solidFill>
              </a:defRPr>
            </a:lvl4pPr>
            <a:lvl5pPr algn="l">
              <a:defRPr sz="2400" b="1">
                <a:solidFill>
                  <a:srgbClr val="12263A"/>
                </a:solidFill>
              </a:defRPr>
            </a:lvl5pPr>
            <a:lvl6pPr algn="l">
              <a:defRPr sz="2400" b="1">
                <a:solidFill>
                  <a:srgbClr val="12263A"/>
                </a:solidFill>
              </a:defRPr>
            </a:lvl6pPr>
            <a:lvl7pPr algn="l">
              <a:defRPr sz="2400" b="1">
                <a:solidFill>
                  <a:srgbClr val="12263A"/>
                </a:solidFill>
              </a:defRPr>
            </a:lvl7pPr>
            <a:lvl8pPr algn="l">
              <a:defRPr sz="2400" b="1">
                <a:solidFill>
                  <a:srgbClr val="12263A"/>
                </a:solidFill>
              </a:defRPr>
            </a:lvl8pPr>
            <a:lvl9pPr algn="l">
              <a:defRPr sz="240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63A"/>
                </a:solidFill>
              </a:defRPr>
            </a:pPr>
            <a:r>
              <a:rPr sz="2400" b="1">
                <a:solidFill>
                  <a:srgbClr val="12263A"/>
                </a:solidFill>
              </a:rPr>
              <a:t>Suite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0C7F7-2FF4-4097-A7D8-A03E0B2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E7180"/>
                </a:solidFill>
              </a:defRPr>
            </a:defPPr>
            <a:lvl1pPr algn="l">
              <a:defRPr sz="1275" b="0">
                <a:solidFill>
                  <a:srgbClr val="5E7180"/>
                </a:solidFill>
              </a:defRPr>
            </a:lvl1pPr>
            <a:lvl2pPr algn="l">
              <a:defRPr sz="1275" b="0">
                <a:solidFill>
                  <a:srgbClr val="5E7180"/>
                </a:solidFill>
              </a:defRPr>
            </a:lvl2pPr>
            <a:lvl3pPr algn="l">
              <a:defRPr sz="1275" b="0">
                <a:solidFill>
                  <a:srgbClr val="5E7180"/>
                </a:solidFill>
              </a:defRPr>
            </a:lvl3pPr>
            <a:lvl4pPr algn="l">
              <a:defRPr sz="1275" b="0">
                <a:solidFill>
                  <a:srgbClr val="5E7180"/>
                </a:solidFill>
              </a:defRPr>
            </a:lvl4pPr>
            <a:lvl5pPr algn="l">
              <a:defRPr sz="1275" b="0">
                <a:solidFill>
                  <a:srgbClr val="5E7180"/>
                </a:solidFill>
              </a:defRPr>
            </a:lvl5pPr>
            <a:lvl6pPr algn="l">
              <a:defRPr sz="1275" b="0">
                <a:solidFill>
                  <a:srgbClr val="5E7180"/>
                </a:solidFill>
              </a:defRPr>
            </a:lvl6pPr>
            <a:lvl7pPr algn="l">
              <a:defRPr sz="1275" b="0">
                <a:solidFill>
                  <a:srgbClr val="5E7180"/>
                </a:solidFill>
              </a:defRPr>
            </a:lvl7pPr>
            <a:lvl8pPr algn="l">
              <a:defRPr sz="1275" b="0">
                <a:solidFill>
                  <a:srgbClr val="5E7180"/>
                </a:solidFill>
              </a:defRPr>
            </a:lvl8pPr>
            <a:lvl9pPr algn="l">
              <a:defRPr sz="127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7180"/>
                </a:solidFill>
              </a:defRPr>
            </a:pPr>
            <a:r>
              <a:rPr sz="1275" b="0">
                <a:solidFill>
                  <a:srgbClr val="5E7180"/>
                </a:solidFill>
              </a:rPr>
              <a:t>Ocho pruebas describen los requisitos centrales y sus errores principales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75BCC-99E8-4443-AEEC-26BCFDA3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E7180"/>
                </a:solidFill>
              </a:defRPr>
            </a:defPPr>
            <a:lvl1pPr algn="l">
              <a:defRPr sz="825" b="0">
                <a:solidFill>
                  <a:srgbClr val="5E7180"/>
                </a:solidFill>
              </a:defRPr>
            </a:lvl1pPr>
            <a:lvl2pPr algn="l">
              <a:defRPr sz="825" b="0">
                <a:solidFill>
                  <a:srgbClr val="5E7180"/>
                </a:solidFill>
              </a:defRPr>
            </a:lvl2pPr>
            <a:lvl3pPr algn="l">
              <a:defRPr sz="825" b="0">
                <a:solidFill>
                  <a:srgbClr val="5E7180"/>
                </a:solidFill>
              </a:defRPr>
            </a:lvl3pPr>
            <a:lvl4pPr algn="l">
              <a:defRPr sz="825" b="0">
                <a:solidFill>
                  <a:srgbClr val="5E7180"/>
                </a:solidFill>
              </a:defRPr>
            </a:lvl4pPr>
            <a:lvl5pPr algn="l">
              <a:defRPr sz="825" b="0">
                <a:solidFill>
                  <a:srgbClr val="5E7180"/>
                </a:solidFill>
              </a:defRPr>
            </a:lvl5pPr>
            <a:lvl6pPr algn="l">
              <a:defRPr sz="825" b="0">
                <a:solidFill>
                  <a:srgbClr val="5E7180"/>
                </a:solidFill>
              </a:defRPr>
            </a:lvl6pPr>
            <a:lvl7pPr algn="l">
              <a:defRPr sz="825" b="0">
                <a:solidFill>
                  <a:srgbClr val="5E7180"/>
                </a:solidFill>
              </a:defRPr>
            </a:lvl7pPr>
            <a:lvl8pPr algn="l">
              <a:defRPr sz="825" b="0">
                <a:solidFill>
                  <a:srgbClr val="5E7180"/>
                </a:solidFill>
              </a:defRPr>
            </a:lvl8pPr>
            <a:lvl9pPr algn="l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Taller #6 · TDD · Tres en Raya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FFF84-07F0-44FC-BA9A-EB81828D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E7180"/>
                </a:solidFill>
              </a:defRPr>
            </a:defPPr>
            <a:lvl1pPr algn="r">
              <a:defRPr sz="825" b="0">
                <a:solidFill>
                  <a:srgbClr val="5E7180"/>
                </a:solidFill>
              </a:defRPr>
            </a:lvl1pPr>
            <a:lvl2pPr algn="r">
              <a:defRPr sz="825" b="0">
                <a:solidFill>
                  <a:srgbClr val="5E7180"/>
                </a:solidFill>
              </a:defRPr>
            </a:lvl2pPr>
            <a:lvl3pPr algn="r">
              <a:defRPr sz="825" b="0">
                <a:solidFill>
                  <a:srgbClr val="5E7180"/>
                </a:solidFill>
              </a:defRPr>
            </a:lvl3pPr>
            <a:lvl4pPr algn="r">
              <a:defRPr sz="825" b="0">
                <a:solidFill>
                  <a:srgbClr val="5E7180"/>
                </a:solidFill>
              </a:defRPr>
            </a:lvl4pPr>
            <a:lvl5pPr algn="r">
              <a:defRPr sz="825" b="0">
                <a:solidFill>
                  <a:srgbClr val="5E7180"/>
                </a:solidFill>
              </a:defRPr>
            </a:lvl5pPr>
            <a:lvl6pPr algn="r">
              <a:defRPr sz="825" b="0">
                <a:solidFill>
                  <a:srgbClr val="5E7180"/>
                </a:solidFill>
              </a:defRPr>
            </a:lvl6pPr>
            <a:lvl7pPr algn="r">
              <a:defRPr sz="825" b="0">
                <a:solidFill>
                  <a:srgbClr val="5E7180"/>
                </a:solidFill>
              </a:defRPr>
            </a:lvl7pPr>
            <a:lvl8pPr algn="r">
              <a:defRPr sz="825" b="0">
                <a:solidFill>
                  <a:srgbClr val="5E7180"/>
                </a:solidFill>
              </a:defRPr>
            </a:lvl8pPr>
            <a:lvl9pPr algn="r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E4925-AD75-4120-A6C5-FEC68BDA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57450"/>
            <a:ext cx="233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75" b="1">
                <a:solidFill>
                  <a:srgbClr val="FF6B4A"/>
                </a:solidFill>
              </a:defRPr>
            </a:defPPr>
            <a:lvl1pPr algn="ctr">
              <a:defRPr sz="3375" b="1">
                <a:solidFill>
                  <a:srgbClr val="FF6B4A"/>
                </a:solidFill>
              </a:defRPr>
            </a:lvl1pPr>
            <a:lvl2pPr algn="ctr">
              <a:defRPr sz="3375" b="1">
                <a:solidFill>
                  <a:srgbClr val="FF6B4A"/>
                </a:solidFill>
              </a:defRPr>
            </a:lvl2pPr>
            <a:lvl3pPr algn="ctr">
              <a:defRPr sz="3375" b="1">
                <a:solidFill>
                  <a:srgbClr val="FF6B4A"/>
                </a:solidFill>
              </a:defRPr>
            </a:lvl3pPr>
            <a:lvl4pPr algn="ctr">
              <a:defRPr sz="3375" b="1">
                <a:solidFill>
                  <a:srgbClr val="FF6B4A"/>
                </a:solidFill>
              </a:defRPr>
            </a:lvl4pPr>
            <a:lvl5pPr algn="ctr">
              <a:defRPr sz="3375" b="1">
                <a:solidFill>
                  <a:srgbClr val="FF6B4A"/>
                </a:solidFill>
              </a:defRPr>
            </a:lvl5pPr>
            <a:lvl6pPr algn="ctr">
              <a:defRPr sz="3375" b="1">
                <a:solidFill>
                  <a:srgbClr val="FF6B4A"/>
                </a:solidFill>
              </a:defRPr>
            </a:lvl6pPr>
            <a:lvl7pPr algn="ctr">
              <a:defRPr sz="3375" b="1">
                <a:solidFill>
                  <a:srgbClr val="FF6B4A"/>
                </a:solidFill>
              </a:defRPr>
            </a:lvl7pPr>
            <a:lvl8pPr algn="ctr">
              <a:defRPr sz="3375" b="1">
                <a:solidFill>
                  <a:srgbClr val="FF6B4A"/>
                </a:solidFill>
              </a:defRPr>
            </a:lvl8pPr>
            <a:lvl9pPr algn="ctr">
              <a:defRPr sz="3375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FF6B4A"/>
                </a:solidFill>
              </a:defRPr>
            </a:pPr>
            <a:r>
              <a:rPr sz="3375" b="1">
                <a:solidFill>
                  <a:srgbClr val="FF6B4A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36B95-BE6A-420A-9F62-D9BAF4C0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766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5E7180"/>
                </a:solidFill>
              </a:defRPr>
            </a:defPPr>
            <a:lvl1pPr algn="ctr">
              <a:defRPr sz="1200" b="0">
                <a:solidFill>
                  <a:srgbClr val="5E7180"/>
                </a:solidFill>
              </a:defRPr>
            </a:lvl1pPr>
            <a:lvl2pPr algn="ctr">
              <a:defRPr sz="1200" b="0">
                <a:solidFill>
                  <a:srgbClr val="5E7180"/>
                </a:solidFill>
              </a:defRPr>
            </a:lvl2pPr>
            <a:lvl3pPr algn="ctr">
              <a:defRPr sz="1200" b="0">
                <a:solidFill>
                  <a:srgbClr val="5E7180"/>
                </a:solidFill>
              </a:defRPr>
            </a:lvl3pPr>
            <a:lvl4pPr algn="ctr">
              <a:defRPr sz="1200" b="0">
                <a:solidFill>
                  <a:srgbClr val="5E7180"/>
                </a:solidFill>
              </a:defRPr>
            </a:lvl4pPr>
            <a:lvl5pPr algn="ctr">
              <a:defRPr sz="1200" b="0">
                <a:solidFill>
                  <a:srgbClr val="5E7180"/>
                </a:solidFill>
              </a:defRPr>
            </a:lvl5pPr>
            <a:lvl6pPr algn="ctr">
              <a:defRPr sz="1200" b="0">
                <a:solidFill>
                  <a:srgbClr val="5E7180"/>
                </a:solidFill>
              </a:defRPr>
            </a:lvl6pPr>
            <a:lvl7pPr algn="ctr">
              <a:defRPr sz="1200" b="0">
                <a:solidFill>
                  <a:srgbClr val="5E7180"/>
                </a:solidFill>
              </a:defRPr>
            </a:lvl7pPr>
            <a:lvl8pPr algn="ctr">
              <a:defRPr sz="1200" b="0">
                <a:solidFill>
                  <a:srgbClr val="5E7180"/>
                </a:solidFill>
              </a:defRPr>
            </a:lvl8pPr>
            <a:lvl9pPr algn="ctr">
              <a:defRPr sz="1200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E7180"/>
                </a:solidFill>
              </a:defRPr>
            </a:pPr>
            <a:r>
              <a:rPr sz="1200" b="0">
                <a:solidFill>
                  <a:srgbClr val="5E7180"/>
                </a:solidFill>
              </a:rPr>
              <a:t>casos aprobados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424FD-D965-4DD6-ABD7-9375E7A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57450"/>
            <a:ext cx="233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75" b="1">
                <a:solidFill>
                  <a:srgbClr val="00A6A6"/>
                </a:solidFill>
              </a:defRPr>
            </a:defPPr>
            <a:lvl1pPr algn="ctr">
              <a:defRPr sz="3375" b="1">
                <a:solidFill>
                  <a:srgbClr val="00A6A6"/>
                </a:solidFill>
              </a:defRPr>
            </a:lvl1pPr>
            <a:lvl2pPr algn="ctr">
              <a:defRPr sz="3375" b="1">
                <a:solidFill>
                  <a:srgbClr val="00A6A6"/>
                </a:solidFill>
              </a:defRPr>
            </a:lvl2pPr>
            <a:lvl3pPr algn="ctr">
              <a:defRPr sz="3375" b="1">
                <a:solidFill>
                  <a:srgbClr val="00A6A6"/>
                </a:solidFill>
              </a:defRPr>
            </a:lvl3pPr>
            <a:lvl4pPr algn="ctr">
              <a:defRPr sz="3375" b="1">
                <a:solidFill>
                  <a:srgbClr val="00A6A6"/>
                </a:solidFill>
              </a:defRPr>
            </a:lvl4pPr>
            <a:lvl5pPr algn="ctr">
              <a:defRPr sz="3375" b="1">
                <a:solidFill>
                  <a:srgbClr val="00A6A6"/>
                </a:solidFill>
              </a:defRPr>
            </a:lvl5pPr>
            <a:lvl6pPr algn="ctr">
              <a:defRPr sz="3375" b="1">
                <a:solidFill>
                  <a:srgbClr val="00A6A6"/>
                </a:solidFill>
              </a:defRPr>
            </a:lvl6pPr>
            <a:lvl7pPr algn="ctr">
              <a:defRPr sz="3375" b="1">
                <a:solidFill>
                  <a:srgbClr val="00A6A6"/>
                </a:solidFill>
              </a:defRPr>
            </a:lvl7pPr>
            <a:lvl8pPr algn="ctr">
              <a:defRPr sz="3375" b="1">
                <a:solidFill>
                  <a:srgbClr val="00A6A6"/>
                </a:solidFill>
              </a:defRPr>
            </a:lvl8pPr>
            <a:lvl9pPr algn="ctr">
              <a:defRPr sz="3375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00A6A6"/>
                </a:solidFill>
              </a:defRPr>
            </a:pPr>
            <a:r>
              <a:rPr sz="3375" b="1">
                <a:solidFill>
                  <a:srgbClr val="00A6A6"/>
                </a:solidFill>
              </a:rPr>
              <a:t>92,3 %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BE66-5DE9-4EA1-BC02-440F0B78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766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5E7180"/>
                </a:solidFill>
              </a:defRPr>
            </a:defPPr>
            <a:lvl1pPr algn="ctr">
              <a:defRPr sz="1200" b="0">
                <a:solidFill>
                  <a:srgbClr val="5E7180"/>
                </a:solidFill>
              </a:defRPr>
            </a:lvl1pPr>
            <a:lvl2pPr algn="ctr">
              <a:defRPr sz="1200" b="0">
                <a:solidFill>
                  <a:srgbClr val="5E7180"/>
                </a:solidFill>
              </a:defRPr>
            </a:lvl2pPr>
            <a:lvl3pPr algn="ctr">
              <a:defRPr sz="1200" b="0">
                <a:solidFill>
                  <a:srgbClr val="5E7180"/>
                </a:solidFill>
              </a:defRPr>
            </a:lvl3pPr>
            <a:lvl4pPr algn="ctr">
              <a:defRPr sz="1200" b="0">
                <a:solidFill>
                  <a:srgbClr val="5E7180"/>
                </a:solidFill>
              </a:defRPr>
            </a:lvl4pPr>
            <a:lvl5pPr algn="ctr">
              <a:defRPr sz="1200" b="0">
                <a:solidFill>
                  <a:srgbClr val="5E7180"/>
                </a:solidFill>
              </a:defRPr>
            </a:lvl5pPr>
            <a:lvl6pPr algn="ctr">
              <a:defRPr sz="1200" b="0">
                <a:solidFill>
                  <a:srgbClr val="5E7180"/>
                </a:solidFill>
              </a:defRPr>
            </a:lvl6pPr>
            <a:lvl7pPr algn="ctr">
              <a:defRPr sz="1200" b="0">
                <a:solidFill>
                  <a:srgbClr val="5E7180"/>
                </a:solidFill>
              </a:defRPr>
            </a:lvl7pPr>
            <a:lvl8pPr algn="ctr">
              <a:defRPr sz="1200" b="0">
                <a:solidFill>
                  <a:srgbClr val="5E7180"/>
                </a:solidFill>
              </a:defRPr>
            </a:lvl8pPr>
            <a:lvl9pPr algn="ctr">
              <a:defRPr sz="1200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E7180"/>
                </a:solidFill>
              </a:defRPr>
            </a:pPr>
            <a:r>
              <a:rPr sz="1200" b="0">
                <a:solidFill>
                  <a:srgbClr val="5E7180"/>
                </a:solidFill>
              </a:rPr>
              <a:t>cobertura de líneas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055CC-AA29-4671-B010-271B1745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57450"/>
            <a:ext cx="233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75" b="1">
                <a:solidFill>
                  <a:srgbClr val="12263A"/>
                </a:solidFill>
              </a:defRPr>
            </a:defPPr>
            <a:lvl1pPr algn="ctr">
              <a:defRPr sz="3375" b="1">
                <a:solidFill>
                  <a:srgbClr val="12263A"/>
                </a:solidFill>
              </a:defRPr>
            </a:lvl1pPr>
            <a:lvl2pPr algn="ctr">
              <a:defRPr sz="3375" b="1">
                <a:solidFill>
                  <a:srgbClr val="12263A"/>
                </a:solidFill>
              </a:defRPr>
            </a:lvl2pPr>
            <a:lvl3pPr algn="ctr">
              <a:defRPr sz="3375" b="1">
                <a:solidFill>
                  <a:srgbClr val="12263A"/>
                </a:solidFill>
              </a:defRPr>
            </a:lvl3pPr>
            <a:lvl4pPr algn="ctr">
              <a:defRPr sz="3375" b="1">
                <a:solidFill>
                  <a:srgbClr val="12263A"/>
                </a:solidFill>
              </a:defRPr>
            </a:lvl4pPr>
            <a:lvl5pPr algn="ctr">
              <a:defRPr sz="3375" b="1">
                <a:solidFill>
                  <a:srgbClr val="12263A"/>
                </a:solidFill>
              </a:defRPr>
            </a:lvl5pPr>
            <a:lvl6pPr algn="ctr">
              <a:defRPr sz="3375" b="1">
                <a:solidFill>
                  <a:srgbClr val="12263A"/>
                </a:solidFill>
              </a:defRPr>
            </a:lvl6pPr>
            <a:lvl7pPr algn="ctr">
              <a:defRPr sz="3375" b="1">
                <a:solidFill>
                  <a:srgbClr val="12263A"/>
                </a:solidFill>
              </a:defRPr>
            </a:lvl7pPr>
            <a:lvl8pPr algn="ctr">
              <a:defRPr sz="3375" b="1">
                <a:solidFill>
                  <a:srgbClr val="12263A"/>
                </a:solidFill>
              </a:defRPr>
            </a:lvl8pPr>
            <a:lvl9pPr algn="ctr">
              <a:defRPr sz="3375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90,0 %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39DA4-FF21-4FBA-BF0E-300EE37D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766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5E7180"/>
                </a:solidFill>
              </a:defRPr>
            </a:defPPr>
            <a:lvl1pPr algn="ctr">
              <a:defRPr sz="1200" b="0">
                <a:solidFill>
                  <a:srgbClr val="5E7180"/>
                </a:solidFill>
              </a:defRPr>
            </a:lvl1pPr>
            <a:lvl2pPr algn="ctr">
              <a:defRPr sz="1200" b="0">
                <a:solidFill>
                  <a:srgbClr val="5E7180"/>
                </a:solidFill>
              </a:defRPr>
            </a:lvl2pPr>
            <a:lvl3pPr algn="ctr">
              <a:defRPr sz="1200" b="0">
                <a:solidFill>
                  <a:srgbClr val="5E7180"/>
                </a:solidFill>
              </a:defRPr>
            </a:lvl3pPr>
            <a:lvl4pPr algn="ctr">
              <a:defRPr sz="1200" b="0">
                <a:solidFill>
                  <a:srgbClr val="5E7180"/>
                </a:solidFill>
              </a:defRPr>
            </a:lvl4pPr>
            <a:lvl5pPr algn="ctr">
              <a:defRPr sz="1200" b="0">
                <a:solidFill>
                  <a:srgbClr val="5E7180"/>
                </a:solidFill>
              </a:defRPr>
            </a:lvl5pPr>
            <a:lvl6pPr algn="ctr">
              <a:defRPr sz="1200" b="0">
                <a:solidFill>
                  <a:srgbClr val="5E7180"/>
                </a:solidFill>
              </a:defRPr>
            </a:lvl6pPr>
            <a:lvl7pPr algn="ctr">
              <a:defRPr sz="1200" b="0">
                <a:solidFill>
                  <a:srgbClr val="5E7180"/>
                </a:solidFill>
              </a:defRPr>
            </a:lvl7pPr>
            <a:lvl8pPr algn="ctr">
              <a:defRPr sz="1200" b="0">
                <a:solidFill>
                  <a:srgbClr val="5E7180"/>
                </a:solidFill>
              </a:defRPr>
            </a:lvl8pPr>
            <a:lvl9pPr algn="ctr">
              <a:defRPr sz="1200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E7180"/>
                </a:solidFill>
              </a:defRPr>
            </a:pPr>
            <a:r>
              <a:rPr sz="1200" b="0">
                <a:solidFill>
                  <a:srgbClr val="5E7180"/>
                </a:solidFill>
              </a:rPr>
              <a:t>cobertura de ramas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1859C-516D-4B2E-A195-DF8A941B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0">
                <a:solidFill>
                  <a:srgbClr val="263746"/>
                </a:solidFill>
              </a:defRPr>
            </a:defPPr>
            <a:lvl1pPr algn="ctr">
              <a:defRPr sz="1500" b="0">
                <a:solidFill>
                  <a:srgbClr val="263746"/>
                </a:solidFill>
              </a:defRPr>
            </a:lvl1pPr>
            <a:lvl2pPr algn="ctr">
              <a:defRPr sz="1500" b="0">
                <a:solidFill>
                  <a:srgbClr val="263746"/>
                </a:solidFill>
              </a:defRPr>
            </a:lvl2pPr>
            <a:lvl3pPr algn="ctr">
              <a:defRPr sz="1500" b="0">
                <a:solidFill>
                  <a:srgbClr val="263746"/>
                </a:solidFill>
              </a:defRPr>
            </a:lvl3pPr>
            <a:lvl4pPr algn="ctr">
              <a:defRPr sz="1500" b="0">
                <a:solidFill>
                  <a:srgbClr val="263746"/>
                </a:solidFill>
              </a:defRPr>
            </a:lvl4pPr>
            <a:lvl5pPr algn="ctr">
              <a:defRPr sz="1500" b="0">
                <a:solidFill>
                  <a:srgbClr val="263746"/>
                </a:solidFill>
              </a:defRPr>
            </a:lvl5pPr>
            <a:lvl6pPr algn="ctr">
              <a:defRPr sz="1500" b="0">
                <a:solidFill>
                  <a:srgbClr val="263746"/>
                </a:solidFill>
              </a:defRPr>
            </a:lvl6pPr>
            <a:lvl7pPr algn="ctr">
              <a:defRPr sz="1500" b="0">
                <a:solidFill>
                  <a:srgbClr val="263746"/>
                </a:solidFill>
              </a:defRPr>
            </a:lvl7pPr>
            <a:lvl8pPr algn="ctr">
              <a:defRPr sz="1500" b="0">
                <a:solidFill>
                  <a:srgbClr val="263746"/>
                </a:solidFill>
              </a:defRPr>
            </a:lvl8pPr>
            <a:lvl9pPr algn="ctr">
              <a:defRPr sz="150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</a:rPr>
              <a:t>Fortaleza: trazabilidad directa con el diseño. Límite: algunas combinaciones ganadoras quedan representadas por ejemplos, no por enumeración exhaustiva.</a:t>
            </a:r>
          </a:p>
        </p:txBody>
      </p:sp>
    </p:spTree>
    <p:extLst>
      <p:ext uri="{BB962C8B-B14F-4D97-AF65-F5344CB8AC3E}">
        <p14:creationId xmlns:p14="http://schemas.microsoft.com/office/powerpoint/2010/main" val="467698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F4670-A9E3-4C65-9F6D-B37A7AC4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6B4A"/>
                </a:solidFill>
              </a:defRPr>
            </a:defPPr>
            <a:lvl1pPr algn="l">
              <a:defRPr sz="1050" b="1">
                <a:solidFill>
                  <a:srgbClr val="FF6B4A"/>
                </a:solidFill>
              </a:defRPr>
            </a:lvl1pPr>
            <a:lvl2pPr algn="l">
              <a:defRPr sz="1050" b="1">
                <a:solidFill>
                  <a:srgbClr val="FF6B4A"/>
                </a:solidFill>
              </a:defRPr>
            </a:lvl2pPr>
            <a:lvl3pPr algn="l">
              <a:defRPr sz="1050" b="1">
                <a:solidFill>
                  <a:srgbClr val="FF6B4A"/>
                </a:solidFill>
              </a:defRPr>
            </a:lvl3pPr>
            <a:lvl4pPr algn="l">
              <a:defRPr sz="1050" b="1">
                <a:solidFill>
                  <a:srgbClr val="FF6B4A"/>
                </a:solidFill>
              </a:defRPr>
            </a:lvl4pPr>
            <a:lvl5pPr algn="l">
              <a:defRPr sz="1050" b="1">
                <a:solidFill>
                  <a:srgbClr val="FF6B4A"/>
                </a:solidFill>
              </a:defRPr>
            </a:lvl5pPr>
            <a:lvl6pPr algn="l">
              <a:defRPr sz="1050" b="1">
                <a:solidFill>
                  <a:srgbClr val="FF6B4A"/>
                </a:solidFill>
              </a:defRPr>
            </a:lvl6pPr>
            <a:lvl7pPr algn="l">
              <a:defRPr sz="1050" b="1">
                <a:solidFill>
                  <a:srgbClr val="FF6B4A"/>
                </a:solidFill>
              </a:defRPr>
            </a:lvl7pPr>
            <a:lvl8pPr algn="l">
              <a:defRPr sz="1050" b="1">
                <a:solidFill>
                  <a:srgbClr val="FF6B4A"/>
                </a:solidFill>
              </a:defRPr>
            </a:lvl8pPr>
            <a:lvl9pPr algn="l">
              <a:defRPr sz="10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6B4A"/>
                </a:solidFill>
              </a:defRPr>
            </a:pPr>
            <a:r>
              <a:rPr sz="1050" b="1">
                <a:solidFill>
                  <a:srgbClr val="FF6B4A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99C37-62FA-452B-9AB5-528AADDF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2263A"/>
                </a:solidFill>
              </a:defRPr>
            </a:defPPr>
            <a:lvl1pPr algn="l">
              <a:defRPr sz="2400" b="1">
                <a:solidFill>
                  <a:srgbClr val="12263A"/>
                </a:solidFill>
              </a:defRPr>
            </a:lvl1pPr>
            <a:lvl2pPr algn="l">
              <a:defRPr sz="2400" b="1">
                <a:solidFill>
                  <a:srgbClr val="12263A"/>
                </a:solidFill>
              </a:defRPr>
            </a:lvl2pPr>
            <a:lvl3pPr algn="l">
              <a:defRPr sz="2400" b="1">
                <a:solidFill>
                  <a:srgbClr val="12263A"/>
                </a:solidFill>
              </a:defRPr>
            </a:lvl3pPr>
            <a:lvl4pPr algn="l">
              <a:defRPr sz="2400" b="1">
                <a:solidFill>
                  <a:srgbClr val="12263A"/>
                </a:solidFill>
              </a:defRPr>
            </a:lvl4pPr>
            <a:lvl5pPr algn="l">
              <a:defRPr sz="2400" b="1">
                <a:solidFill>
                  <a:srgbClr val="12263A"/>
                </a:solidFill>
              </a:defRPr>
            </a:lvl5pPr>
            <a:lvl6pPr algn="l">
              <a:defRPr sz="2400" b="1">
                <a:solidFill>
                  <a:srgbClr val="12263A"/>
                </a:solidFill>
              </a:defRPr>
            </a:lvl6pPr>
            <a:lvl7pPr algn="l">
              <a:defRPr sz="2400" b="1">
                <a:solidFill>
                  <a:srgbClr val="12263A"/>
                </a:solidFill>
              </a:defRPr>
            </a:lvl7pPr>
            <a:lvl8pPr algn="l">
              <a:defRPr sz="2400" b="1">
                <a:solidFill>
                  <a:srgbClr val="12263A"/>
                </a:solidFill>
              </a:defRPr>
            </a:lvl8pPr>
            <a:lvl9pPr algn="l">
              <a:defRPr sz="240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63A"/>
                </a:solidFill>
              </a:defRPr>
            </a:pPr>
            <a:r>
              <a:rPr sz="2400" b="1">
                <a:solidFill>
                  <a:srgbClr val="12263A"/>
                </a:solidFill>
              </a:rPr>
              <a:t>Suite generada con IA y revisada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0F813-CB41-47F9-A63C-872861A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E7180"/>
                </a:solidFill>
              </a:defRPr>
            </a:defPPr>
            <a:lvl1pPr algn="l">
              <a:defRPr sz="1275" b="0">
                <a:solidFill>
                  <a:srgbClr val="5E7180"/>
                </a:solidFill>
              </a:defRPr>
            </a:lvl1pPr>
            <a:lvl2pPr algn="l">
              <a:defRPr sz="1275" b="0">
                <a:solidFill>
                  <a:srgbClr val="5E7180"/>
                </a:solidFill>
              </a:defRPr>
            </a:lvl2pPr>
            <a:lvl3pPr algn="l">
              <a:defRPr sz="1275" b="0">
                <a:solidFill>
                  <a:srgbClr val="5E7180"/>
                </a:solidFill>
              </a:defRPr>
            </a:lvl3pPr>
            <a:lvl4pPr algn="l">
              <a:defRPr sz="1275" b="0">
                <a:solidFill>
                  <a:srgbClr val="5E7180"/>
                </a:solidFill>
              </a:defRPr>
            </a:lvl4pPr>
            <a:lvl5pPr algn="l">
              <a:defRPr sz="1275" b="0">
                <a:solidFill>
                  <a:srgbClr val="5E7180"/>
                </a:solidFill>
              </a:defRPr>
            </a:lvl5pPr>
            <a:lvl6pPr algn="l">
              <a:defRPr sz="1275" b="0">
                <a:solidFill>
                  <a:srgbClr val="5E7180"/>
                </a:solidFill>
              </a:defRPr>
            </a:lvl6pPr>
            <a:lvl7pPr algn="l">
              <a:defRPr sz="1275" b="0">
                <a:solidFill>
                  <a:srgbClr val="5E7180"/>
                </a:solidFill>
              </a:defRPr>
            </a:lvl7pPr>
            <a:lvl8pPr algn="l">
              <a:defRPr sz="1275" b="0">
                <a:solidFill>
                  <a:srgbClr val="5E7180"/>
                </a:solidFill>
              </a:defRPr>
            </a:lvl8pPr>
            <a:lvl9pPr algn="l">
              <a:defRPr sz="127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7180"/>
                </a:solidFill>
              </a:defRPr>
            </a:pPr>
            <a:r>
              <a:rPr sz="1275" b="0">
                <a:solidFill>
                  <a:srgbClr val="5E7180"/>
                </a:solidFill>
              </a:rPr>
              <a:t>El prompt define API, reglas, estilo y criterio de salida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1695E-449B-4C3C-B65E-884E092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E7180"/>
                </a:solidFill>
              </a:defRPr>
            </a:defPPr>
            <a:lvl1pPr algn="l">
              <a:defRPr sz="825" b="0">
                <a:solidFill>
                  <a:srgbClr val="5E7180"/>
                </a:solidFill>
              </a:defRPr>
            </a:lvl1pPr>
            <a:lvl2pPr algn="l">
              <a:defRPr sz="825" b="0">
                <a:solidFill>
                  <a:srgbClr val="5E7180"/>
                </a:solidFill>
              </a:defRPr>
            </a:lvl2pPr>
            <a:lvl3pPr algn="l">
              <a:defRPr sz="825" b="0">
                <a:solidFill>
                  <a:srgbClr val="5E7180"/>
                </a:solidFill>
              </a:defRPr>
            </a:lvl3pPr>
            <a:lvl4pPr algn="l">
              <a:defRPr sz="825" b="0">
                <a:solidFill>
                  <a:srgbClr val="5E7180"/>
                </a:solidFill>
              </a:defRPr>
            </a:lvl4pPr>
            <a:lvl5pPr algn="l">
              <a:defRPr sz="825" b="0">
                <a:solidFill>
                  <a:srgbClr val="5E7180"/>
                </a:solidFill>
              </a:defRPr>
            </a:lvl5pPr>
            <a:lvl6pPr algn="l">
              <a:defRPr sz="825" b="0">
                <a:solidFill>
                  <a:srgbClr val="5E7180"/>
                </a:solidFill>
              </a:defRPr>
            </a:lvl6pPr>
            <a:lvl7pPr algn="l">
              <a:defRPr sz="825" b="0">
                <a:solidFill>
                  <a:srgbClr val="5E7180"/>
                </a:solidFill>
              </a:defRPr>
            </a:lvl7pPr>
            <a:lvl8pPr algn="l">
              <a:defRPr sz="825" b="0">
                <a:solidFill>
                  <a:srgbClr val="5E7180"/>
                </a:solidFill>
              </a:defRPr>
            </a:lvl8pPr>
            <a:lvl9pPr algn="l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Taller #6 · TDD · Tres en Raya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230AC-837E-42A6-B16A-8EBDD308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E7180"/>
                </a:solidFill>
              </a:defRPr>
            </a:defPPr>
            <a:lvl1pPr algn="r">
              <a:defRPr sz="825" b="0">
                <a:solidFill>
                  <a:srgbClr val="5E7180"/>
                </a:solidFill>
              </a:defRPr>
            </a:lvl1pPr>
            <a:lvl2pPr algn="r">
              <a:defRPr sz="825" b="0">
                <a:solidFill>
                  <a:srgbClr val="5E7180"/>
                </a:solidFill>
              </a:defRPr>
            </a:lvl2pPr>
            <a:lvl3pPr algn="r">
              <a:defRPr sz="825" b="0">
                <a:solidFill>
                  <a:srgbClr val="5E7180"/>
                </a:solidFill>
              </a:defRPr>
            </a:lvl3pPr>
            <a:lvl4pPr algn="r">
              <a:defRPr sz="825" b="0">
                <a:solidFill>
                  <a:srgbClr val="5E7180"/>
                </a:solidFill>
              </a:defRPr>
            </a:lvl4pPr>
            <a:lvl5pPr algn="r">
              <a:defRPr sz="825" b="0">
                <a:solidFill>
                  <a:srgbClr val="5E7180"/>
                </a:solidFill>
              </a:defRPr>
            </a:lvl5pPr>
            <a:lvl6pPr algn="r">
              <a:defRPr sz="825" b="0">
                <a:solidFill>
                  <a:srgbClr val="5E7180"/>
                </a:solidFill>
              </a:defRPr>
            </a:lvl6pPr>
            <a:lvl7pPr algn="r">
              <a:defRPr sz="825" b="0">
                <a:solidFill>
                  <a:srgbClr val="5E7180"/>
                </a:solidFill>
              </a:defRPr>
            </a:lvl7pPr>
            <a:lvl8pPr algn="r">
              <a:defRPr sz="825" b="0">
                <a:solidFill>
                  <a:srgbClr val="5E7180"/>
                </a:solidFill>
              </a:defRPr>
            </a:lvl8pPr>
            <a:lvl9pPr algn="r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9963D-509B-4318-96BC-886C1F1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33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75" b="1">
                <a:solidFill>
                  <a:srgbClr val="FF6B4A"/>
                </a:solidFill>
              </a:defRPr>
            </a:defPPr>
            <a:lvl1pPr algn="ctr">
              <a:defRPr sz="3375" b="1">
                <a:solidFill>
                  <a:srgbClr val="FF6B4A"/>
                </a:solidFill>
              </a:defRPr>
            </a:lvl1pPr>
            <a:lvl2pPr algn="ctr">
              <a:defRPr sz="3375" b="1">
                <a:solidFill>
                  <a:srgbClr val="FF6B4A"/>
                </a:solidFill>
              </a:defRPr>
            </a:lvl2pPr>
            <a:lvl3pPr algn="ctr">
              <a:defRPr sz="3375" b="1">
                <a:solidFill>
                  <a:srgbClr val="FF6B4A"/>
                </a:solidFill>
              </a:defRPr>
            </a:lvl3pPr>
            <a:lvl4pPr algn="ctr">
              <a:defRPr sz="3375" b="1">
                <a:solidFill>
                  <a:srgbClr val="FF6B4A"/>
                </a:solidFill>
              </a:defRPr>
            </a:lvl4pPr>
            <a:lvl5pPr algn="ctr">
              <a:defRPr sz="3375" b="1">
                <a:solidFill>
                  <a:srgbClr val="FF6B4A"/>
                </a:solidFill>
              </a:defRPr>
            </a:lvl5pPr>
            <a:lvl6pPr algn="ctr">
              <a:defRPr sz="3375" b="1">
                <a:solidFill>
                  <a:srgbClr val="FF6B4A"/>
                </a:solidFill>
              </a:defRPr>
            </a:lvl6pPr>
            <a:lvl7pPr algn="ctr">
              <a:defRPr sz="3375" b="1">
                <a:solidFill>
                  <a:srgbClr val="FF6B4A"/>
                </a:solidFill>
              </a:defRPr>
            </a:lvl7pPr>
            <a:lvl8pPr algn="ctr">
              <a:defRPr sz="3375" b="1">
                <a:solidFill>
                  <a:srgbClr val="FF6B4A"/>
                </a:solidFill>
              </a:defRPr>
            </a:lvl8pPr>
            <a:lvl9pPr algn="ctr">
              <a:defRPr sz="3375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FF6B4A"/>
                </a:solidFill>
              </a:defRPr>
            </a:pPr>
            <a:r>
              <a:rPr sz="3375" b="1">
                <a:solidFill>
                  <a:srgbClr val="FF6B4A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70838-FE9D-4BD3-B9EE-3EDD02C4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5E7180"/>
                </a:solidFill>
              </a:defRPr>
            </a:defPPr>
            <a:lvl1pPr algn="ctr">
              <a:defRPr sz="1200" b="0">
                <a:solidFill>
                  <a:srgbClr val="5E7180"/>
                </a:solidFill>
              </a:defRPr>
            </a:lvl1pPr>
            <a:lvl2pPr algn="ctr">
              <a:defRPr sz="1200" b="0">
                <a:solidFill>
                  <a:srgbClr val="5E7180"/>
                </a:solidFill>
              </a:defRPr>
            </a:lvl2pPr>
            <a:lvl3pPr algn="ctr">
              <a:defRPr sz="1200" b="0">
                <a:solidFill>
                  <a:srgbClr val="5E7180"/>
                </a:solidFill>
              </a:defRPr>
            </a:lvl3pPr>
            <a:lvl4pPr algn="ctr">
              <a:defRPr sz="1200" b="0">
                <a:solidFill>
                  <a:srgbClr val="5E7180"/>
                </a:solidFill>
              </a:defRPr>
            </a:lvl4pPr>
            <a:lvl5pPr algn="ctr">
              <a:defRPr sz="1200" b="0">
                <a:solidFill>
                  <a:srgbClr val="5E7180"/>
                </a:solidFill>
              </a:defRPr>
            </a:lvl5pPr>
            <a:lvl6pPr algn="ctr">
              <a:defRPr sz="1200" b="0">
                <a:solidFill>
                  <a:srgbClr val="5E7180"/>
                </a:solidFill>
              </a:defRPr>
            </a:lvl6pPr>
            <a:lvl7pPr algn="ctr">
              <a:defRPr sz="1200" b="0">
                <a:solidFill>
                  <a:srgbClr val="5E7180"/>
                </a:solidFill>
              </a:defRPr>
            </a:lvl7pPr>
            <a:lvl8pPr algn="ctr">
              <a:defRPr sz="1200" b="0">
                <a:solidFill>
                  <a:srgbClr val="5E7180"/>
                </a:solidFill>
              </a:defRPr>
            </a:lvl8pPr>
            <a:lvl9pPr algn="ctr">
              <a:defRPr sz="1200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E7180"/>
                </a:solidFill>
              </a:defRPr>
            </a:pPr>
            <a:r>
              <a:rPr sz="1200" b="0">
                <a:solidFill>
                  <a:srgbClr val="5E7180"/>
                </a:solidFill>
              </a:rPr>
              <a:t>casos ejecutados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FA43A-0B09-4B96-8FA6-0ABFF29E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233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75" b="1">
                <a:solidFill>
                  <a:srgbClr val="00A6A6"/>
                </a:solidFill>
              </a:defRPr>
            </a:defPPr>
            <a:lvl1pPr algn="ctr">
              <a:defRPr sz="3375" b="1">
                <a:solidFill>
                  <a:srgbClr val="00A6A6"/>
                </a:solidFill>
              </a:defRPr>
            </a:lvl1pPr>
            <a:lvl2pPr algn="ctr">
              <a:defRPr sz="3375" b="1">
                <a:solidFill>
                  <a:srgbClr val="00A6A6"/>
                </a:solidFill>
              </a:defRPr>
            </a:lvl2pPr>
            <a:lvl3pPr algn="ctr">
              <a:defRPr sz="3375" b="1">
                <a:solidFill>
                  <a:srgbClr val="00A6A6"/>
                </a:solidFill>
              </a:defRPr>
            </a:lvl3pPr>
            <a:lvl4pPr algn="ctr">
              <a:defRPr sz="3375" b="1">
                <a:solidFill>
                  <a:srgbClr val="00A6A6"/>
                </a:solidFill>
              </a:defRPr>
            </a:lvl4pPr>
            <a:lvl5pPr algn="ctr">
              <a:defRPr sz="3375" b="1">
                <a:solidFill>
                  <a:srgbClr val="00A6A6"/>
                </a:solidFill>
              </a:defRPr>
            </a:lvl5pPr>
            <a:lvl6pPr algn="ctr">
              <a:defRPr sz="3375" b="1">
                <a:solidFill>
                  <a:srgbClr val="00A6A6"/>
                </a:solidFill>
              </a:defRPr>
            </a:lvl6pPr>
            <a:lvl7pPr algn="ctr">
              <a:defRPr sz="3375" b="1">
                <a:solidFill>
                  <a:srgbClr val="00A6A6"/>
                </a:solidFill>
              </a:defRPr>
            </a:lvl7pPr>
            <a:lvl8pPr algn="ctr">
              <a:defRPr sz="3375" b="1">
                <a:solidFill>
                  <a:srgbClr val="00A6A6"/>
                </a:solidFill>
              </a:defRPr>
            </a:lvl8pPr>
            <a:lvl9pPr algn="ctr">
              <a:defRPr sz="3375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00A6A6"/>
                </a:solidFill>
              </a:defRPr>
            </a:pPr>
            <a:r>
              <a:rPr sz="3375" b="1">
                <a:solidFill>
                  <a:srgbClr val="00A6A6"/>
                </a:solidFill>
              </a:rPr>
              <a:t>98,1 %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48818-0D35-411A-95FB-D3050FFB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5E7180"/>
                </a:solidFill>
              </a:defRPr>
            </a:defPPr>
            <a:lvl1pPr algn="ctr">
              <a:defRPr sz="1200" b="0">
                <a:solidFill>
                  <a:srgbClr val="5E7180"/>
                </a:solidFill>
              </a:defRPr>
            </a:lvl1pPr>
            <a:lvl2pPr algn="ctr">
              <a:defRPr sz="1200" b="0">
                <a:solidFill>
                  <a:srgbClr val="5E7180"/>
                </a:solidFill>
              </a:defRPr>
            </a:lvl2pPr>
            <a:lvl3pPr algn="ctr">
              <a:defRPr sz="1200" b="0">
                <a:solidFill>
                  <a:srgbClr val="5E7180"/>
                </a:solidFill>
              </a:defRPr>
            </a:lvl3pPr>
            <a:lvl4pPr algn="ctr">
              <a:defRPr sz="1200" b="0">
                <a:solidFill>
                  <a:srgbClr val="5E7180"/>
                </a:solidFill>
              </a:defRPr>
            </a:lvl4pPr>
            <a:lvl5pPr algn="ctr">
              <a:defRPr sz="1200" b="0">
                <a:solidFill>
                  <a:srgbClr val="5E7180"/>
                </a:solidFill>
              </a:defRPr>
            </a:lvl5pPr>
            <a:lvl6pPr algn="ctr">
              <a:defRPr sz="1200" b="0">
                <a:solidFill>
                  <a:srgbClr val="5E7180"/>
                </a:solidFill>
              </a:defRPr>
            </a:lvl6pPr>
            <a:lvl7pPr algn="ctr">
              <a:defRPr sz="1200" b="0">
                <a:solidFill>
                  <a:srgbClr val="5E7180"/>
                </a:solidFill>
              </a:defRPr>
            </a:lvl7pPr>
            <a:lvl8pPr algn="ctr">
              <a:defRPr sz="1200" b="0">
                <a:solidFill>
                  <a:srgbClr val="5E7180"/>
                </a:solidFill>
              </a:defRPr>
            </a:lvl8pPr>
            <a:lvl9pPr algn="ctr">
              <a:defRPr sz="1200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E7180"/>
                </a:solidFill>
              </a:defRPr>
            </a:pPr>
            <a:r>
              <a:rPr sz="1200" b="0">
                <a:solidFill>
                  <a:srgbClr val="5E7180"/>
                </a:solidFill>
              </a:rPr>
              <a:t>cobertura de líneas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D24B9-EFF4-4FAA-9F52-5E19C2E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233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75" b="1">
                <a:solidFill>
                  <a:srgbClr val="12263A"/>
                </a:solidFill>
              </a:defRPr>
            </a:defPPr>
            <a:lvl1pPr algn="ctr">
              <a:defRPr sz="3375" b="1">
                <a:solidFill>
                  <a:srgbClr val="12263A"/>
                </a:solidFill>
              </a:defRPr>
            </a:lvl1pPr>
            <a:lvl2pPr algn="ctr">
              <a:defRPr sz="3375" b="1">
                <a:solidFill>
                  <a:srgbClr val="12263A"/>
                </a:solidFill>
              </a:defRPr>
            </a:lvl2pPr>
            <a:lvl3pPr algn="ctr">
              <a:defRPr sz="3375" b="1">
                <a:solidFill>
                  <a:srgbClr val="12263A"/>
                </a:solidFill>
              </a:defRPr>
            </a:lvl3pPr>
            <a:lvl4pPr algn="ctr">
              <a:defRPr sz="3375" b="1">
                <a:solidFill>
                  <a:srgbClr val="12263A"/>
                </a:solidFill>
              </a:defRPr>
            </a:lvl4pPr>
            <a:lvl5pPr algn="ctr">
              <a:defRPr sz="3375" b="1">
                <a:solidFill>
                  <a:srgbClr val="12263A"/>
                </a:solidFill>
              </a:defRPr>
            </a:lvl5pPr>
            <a:lvl6pPr algn="ctr">
              <a:defRPr sz="3375" b="1">
                <a:solidFill>
                  <a:srgbClr val="12263A"/>
                </a:solidFill>
              </a:defRPr>
            </a:lvl6pPr>
            <a:lvl7pPr algn="ctr">
              <a:defRPr sz="3375" b="1">
                <a:solidFill>
                  <a:srgbClr val="12263A"/>
                </a:solidFill>
              </a:defRPr>
            </a:lvl7pPr>
            <a:lvl8pPr algn="ctr">
              <a:defRPr sz="3375" b="1">
                <a:solidFill>
                  <a:srgbClr val="12263A"/>
                </a:solidFill>
              </a:defRPr>
            </a:lvl8pPr>
            <a:lvl9pPr algn="ctr">
              <a:defRPr sz="3375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12263A"/>
                </a:solidFill>
              </a:defRPr>
            </a:pPr>
            <a:r>
              <a:rPr sz="3375" b="1">
                <a:solidFill>
                  <a:srgbClr val="12263A"/>
                </a:solidFill>
              </a:rPr>
              <a:t>95,0 %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67835-F8DB-4E9D-BDFB-ECFAD301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5E7180"/>
                </a:solidFill>
              </a:defRPr>
            </a:defPPr>
            <a:lvl1pPr algn="ctr">
              <a:defRPr sz="1200" b="0">
                <a:solidFill>
                  <a:srgbClr val="5E7180"/>
                </a:solidFill>
              </a:defRPr>
            </a:lvl1pPr>
            <a:lvl2pPr algn="ctr">
              <a:defRPr sz="1200" b="0">
                <a:solidFill>
                  <a:srgbClr val="5E7180"/>
                </a:solidFill>
              </a:defRPr>
            </a:lvl2pPr>
            <a:lvl3pPr algn="ctr">
              <a:defRPr sz="1200" b="0">
                <a:solidFill>
                  <a:srgbClr val="5E7180"/>
                </a:solidFill>
              </a:defRPr>
            </a:lvl3pPr>
            <a:lvl4pPr algn="ctr">
              <a:defRPr sz="1200" b="0">
                <a:solidFill>
                  <a:srgbClr val="5E7180"/>
                </a:solidFill>
              </a:defRPr>
            </a:lvl4pPr>
            <a:lvl5pPr algn="ctr">
              <a:defRPr sz="1200" b="0">
                <a:solidFill>
                  <a:srgbClr val="5E7180"/>
                </a:solidFill>
              </a:defRPr>
            </a:lvl5pPr>
            <a:lvl6pPr algn="ctr">
              <a:defRPr sz="1200" b="0">
                <a:solidFill>
                  <a:srgbClr val="5E7180"/>
                </a:solidFill>
              </a:defRPr>
            </a:lvl6pPr>
            <a:lvl7pPr algn="ctr">
              <a:defRPr sz="1200" b="0">
                <a:solidFill>
                  <a:srgbClr val="5E7180"/>
                </a:solidFill>
              </a:defRPr>
            </a:lvl7pPr>
            <a:lvl8pPr algn="ctr">
              <a:defRPr sz="1200" b="0">
                <a:solidFill>
                  <a:srgbClr val="5E7180"/>
                </a:solidFill>
              </a:defRPr>
            </a:lvl8pPr>
            <a:lvl9pPr algn="ctr">
              <a:defRPr sz="1200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E7180"/>
                </a:solidFill>
              </a:defRPr>
            </a:pPr>
            <a:r>
              <a:rPr sz="1200" b="0">
                <a:solidFill>
                  <a:srgbClr val="5E7180"/>
                </a:solidFill>
              </a:rPr>
              <a:t>cobertura de ramas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8680C-341F-41BC-8B0B-28E18B64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2333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75" b="1">
                <a:solidFill>
                  <a:srgbClr val="FF6B4A"/>
                </a:solidFill>
              </a:defRPr>
            </a:defPPr>
            <a:lvl1pPr algn="ctr">
              <a:defRPr sz="3375" b="1">
                <a:solidFill>
                  <a:srgbClr val="FF6B4A"/>
                </a:solidFill>
              </a:defRPr>
            </a:lvl1pPr>
            <a:lvl2pPr algn="ctr">
              <a:defRPr sz="3375" b="1">
                <a:solidFill>
                  <a:srgbClr val="FF6B4A"/>
                </a:solidFill>
              </a:defRPr>
            </a:lvl2pPr>
            <a:lvl3pPr algn="ctr">
              <a:defRPr sz="3375" b="1">
                <a:solidFill>
                  <a:srgbClr val="FF6B4A"/>
                </a:solidFill>
              </a:defRPr>
            </a:lvl3pPr>
            <a:lvl4pPr algn="ctr">
              <a:defRPr sz="3375" b="1">
                <a:solidFill>
                  <a:srgbClr val="FF6B4A"/>
                </a:solidFill>
              </a:defRPr>
            </a:lvl4pPr>
            <a:lvl5pPr algn="ctr">
              <a:defRPr sz="3375" b="1">
                <a:solidFill>
                  <a:srgbClr val="FF6B4A"/>
                </a:solidFill>
              </a:defRPr>
            </a:lvl5pPr>
            <a:lvl6pPr algn="ctr">
              <a:defRPr sz="3375" b="1">
                <a:solidFill>
                  <a:srgbClr val="FF6B4A"/>
                </a:solidFill>
              </a:defRPr>
            </a:lvl6pPr>
            <a:lvl7pPr algn="ctr">
              <a:defRPr sz="3375" b="1">
                <a:solidFill>
                  <a:srgbClr val="FF6B4A"/>
                </a:solidFill>
              </a:defRPr>
            </a:lvl7pPr>
            <a:lvl8pPr algn="ctr">
              <a:defRPr sz="3375" b="1">
                <a:solidFill>
                  <a:srgbClr val="FF6B4A"/>
                </a:solidFill>
              </a:defRPr>
            </a:lvl8pPr>
            <a:lvl9pPr algn="ctr">
              <a:defRPr sz="3375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FF6B4A"/>
                </a:solidFill>
              </a:defRPr>
            </a:pPr>
            <a:r>
              <a:rPr sz="3375" b="1">
                <a:solidFill>
                  <a:srgbClr val="FF6B4A"/>
                </a:solidFill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6155E-6B6A-43B3-A818-667D5D27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861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0">
                <a:solidFill>
                  <a:srgbClr val="5E7180"/>
                </a:solidFill>
              </a:defRPr>
            </a:defPPr>
            <a:lvl1pPr algn="ctr">
              <a:defRPr sz="1200" b="0">
                <a:solidFill>
                  <a:srgbClr val="5E7180"/>
                </a:solidFill>
              </a:defRPr>
            </a:lvl1pPr>
            <a:lvl2pPr algn="ctr">
              <a:defRPr sz="1200" b="0">
                <a:solidFill>
                  <a:srgbClr val="5E7180"/>
                </a:solidFill>
              </a:defRPr>
            </a:lvl2pPr>
            <a:lvl3pPr algn="ctr">
              <a:defRPr sz="1200" b="0">
                <a:solidFill>
                  <a:srgbClr val="5E7180"/>
                </a:solidFill>
              </a:defRPr>
            </a:lvl3pPr>
            <a:lvl4pPr algn="ctr">
              <a:defRPr sz="1200" b="0">
                <a:solidFill>
                  <a:srgbClr val="5E7180"/>
                </a:solidFill>
              </a:defRPr>
            </a:lvl4pPr>
            <a:lvl5pPr algn="ctr">
              <a:defRPr sz="1200" b="0">
                <a:solidFill>
                  <a:srgbClr val="5E7180"/>
                </a:solidFill>
              </a:defRPr>
            </a:lvl5pPr>
            <a:lvl6pPr algn="ctr">
              <a:defRPr sz="1200" b="0">
                <a:solidFill>
                  <a:srgbClr val="5E7180"/>
                </a:solidFill>
              </a:defRPr>
            </a:lvl6pPr>
            <a:lvl7pPr algn="ctr">
              <a:defRPr sz="1200" b="0">
                <a:solidFill>
                  <a:srgbClr val="5E7180"/>
                </a:solidFill>
              </a:defRPr>
            </a:lvl7pPr>
            <a:lvl8pPr algn="ctr">
              <a:defRPr sz="1200" b="0">
                <a:solidFill>
                  <a:srgbClr val="5E7180"/>
                </a:solidFill>
              </a:defRPr>
            </a:lvl8pPr>
            <a:lvl9pPr algn="ctr">
              <a:defRPr sz="1200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E7180"/>
                </a:solidFill>
              </a:defRPr>
            </a:pPr>
            <a:r>
              <a:rPr sz="1200" b="0">
                <a:solidFill>
                  <a:srgbClr val="5E7180"/>
                </a:solidFill>
              </a:rPr>
              <a:t>líneas ganadoras parametrizadas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63870-F7E6-45E1-B46C-32A91F5A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</a:defRPr>
            </a:defPPr>
            <a:lvl1pPr algn="l">
              <a:defRPr sz="1500" b="1">
                <a:solidFill>
                  <a:srgbClr val="12263A"/>
                </a:solidFill>
              </a:defRPr>
            </a:lvl1pPr>
            <a:lvl2pPr algn="l">
              <a:defRPr sz="1500" b="1">
                <a:solidFill>
                  <a:srgbClr val="12263A"/>
                </a:solidFill>
              </a:defRPr>
            </a:lvl2pPr>
            <a:lvl3pPr algn="l">
              <a:defRPr sz="1500" b="1">
                <a:solidFill>
                  <a:srgbClr val="12263A"/>
                </a:solidFill>
              </a:defRPr>
            </a:lvl3pPr>
            <a:lvl4pPr algn="l">
              <a:defRPr sz="1500" b="1">
                <a:solidFill>
                  <a:srgbClr val="12263A"/>
                </a:solidFill>
              </a:defRPr>
            </a:lvl4pPr>
            <a:lvl5pPr algn="l">
              <a:defRPr sz="1500" b="1">
                <a:solidFill>
                  <a:srgbClr val="12263A"/>
                </a:solidFill>
              </a:defRPr>
            </a:lvl5pPr>
            <a:lvl6pPr algn="l">
              <a:defRPr sz="1500" b="1">
                <a:solidFill>
                  <a:srgbClr val="12263A"/>
                </a:solidFill>
              </a:defRPr>
            </a:lvl6pPr>
            <a:lvl7pPr algn="l">
              <a:defRPr sz="1500" b="1">
                <a:solidFill>
                  <a:srgbClr val="12263A"/>
                </a:solidFill>
              </a:defRPr>
            </a:lvl7pPr>
            <a:lvl8pPr algn="l">
              <a:defRPr sz="1500" b="1">
                <a:solidFill>
                  <a:srgbClr val="12263A"/>
                </a:solidFill>
              </a:defRPr>
            </a:lvl8pPr>
            <a:lvl9pPr algn="l">
              <a:defRPr sz="150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</a:defRPr>
            </a:pPr>
            <a:r>
              <a:rPr sz="1500" b="1">
                <a:solidFill>
                  <a:srgbClr val="12263A"/>
                </a:solidFill>
              </a:rPr>
              <a:t>Aportes distintivos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BAFBE-A001-474D-88BB-DCD09C79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3746"/>
                </a:solidFill>
              </a:defRPr>
            </a:defPPr>
            <a:lvl1pPr algn="l">
              <a:defRPr sz="1575" b="0">
                <a:solidFill>
                  <a:srgbClr val="263746"/>
                </a:solidFill>
              </a:defRPr>
            </a:lvl1pPr>
            <a:lvl2pPr algn="l">
              <a:defRPr sz="1575" b="0">
                <a:solidFill>
                  <a:srgbClr val="263746"/>
                </a:solidFill>
              </a:defRPr>
            </a:lvl2pPr>
            <a:lvl3pPr algn="l">
              <a:defRPr sz="1575" b="0">
                <a:solidFill>
                  <a:srgbClr val="263746"/>
                </a:solidFill>
              </a:defRPr>
            </a:lvl3pPr>
            <a:lvl4pPr algn="l">
              <a:defRPr sz="1575" b="0">
                <a:solidFill>
                  <a:srgbClr val="263746"/>
                </a:solidFill>
              </a:defRPr>
            </a:lvl4pPr>
            <a:lvl5pPr algn="l">
              <a:defRPr sz="1575" b="0">
                <a:solidFill>
                  <a:srgbClr val="263746"/>
                </a:solidFill>
              </a:defRPr>
            </a:lvl5pPr>
            <a:lvl6pPr algn="l">
              <a:defRPr sz="1575" b="0">
                <a:solidFill>
                  <a:srgbClr val="263746"/>
                </a:solidFill>
              </a:defRPr>
            </a:lvl6pPr>
            <a:lvl7pPr algn="l">
              <a:defRPr sz="1575" b="0">
                <a:solidFill>
                  <a:srgbClr val="263746"/>
                </a:solidFill>
              </a:defRPr>
            </a:lvl7pPr>
            <a:lvl8pPr algn="l">
              <a:defRPr sz="1575" b="0">
                <a:solidFill>
                  <a:srgbClr val="263746"/>
                </a:solidFill>
              </a:defRPr>
            </a:lvl8pPr>
            <a:lvl9pPr algn="l">
              <a:defRPr sz="1575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</a:rPr>
              <a:t>Fin de partida · victoria de O · copia defensiva · consulta inválida sin mutación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14C0A-74C7-4A30-B53B-36D537E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0A6A6"/>
                </a:solidFill>
              </a:defRPr>
            </a:defPPr>
            <a:lvl1pPr algn="l">
              <a:defRPr sz="1275" b="1">
                <a:solidFill>
                  <a:srgbClr val="00A6A6"/>
                </a:solidFill>
              </a:defRPr>
            </a:lvl1pPr>
            <a:lvl2pPr algn="l">
              <a:defRPr sz="1275" b="1">
                <a:solidFill>
                  <a:srgbClr val="00A6A6"/>
                </a:solidFill>
              </a:defRPr>
            </a:lvl2pPr>
            <a:lvl3pPr algn="l">
              <a:defRPr sz="1275" b="1">
                <a:solidFill>
                  <a:srgbClr val="00A6A6"/>
                </a:solidFill>
              </a:defRPr>
            </a:lvl3pPr>
            <a:lvl4pPr algn="l">
              <a:defRPr sz="1275" b="1">
                <a:solidFill>
                  <a:srgbClr val="00A6A6"/>
                </a:solidFill>
              </a:defRPr>
            </a:lvl4pPr>
            <a:lvl5pPr algn="l">
              <a:defRPr sz="1275" b="1">
                <a:solidFill>
                  <a:srgbClr val="00A6A6"/>
                </a:solidFill>
              </a:defRPr>
            </a:lvl5pPr>
            <a:lvl6pPr algn="l">
              <a:defRPr sz="1275" b="1">
                <a:solidFill>
                  <a:srgbClr val="00A6A6"/>
                </a:solidFill>
              </a:defRPr>
            </a:lvl6pPr>
            <a:lvl7pPr algn="l">
              <a:defRPr sz="1275" b="1">
                <a:solidFill>
                  <a:srgbClr val="00A6A6"/>
                </a:solidFill>
              </a:defRPr>
            </a:lvl7pPr>
            <a:lvl8pPr algn="l">
              <a:defRPr sz="1275" b="1">
                <a:solidFill>
                  <a:srgbClr val="00A6A6"/>
                </a:solidFill>
              </a:defRPr>
            </a:lvl8pPr>
            <a:lvl9pPr algn="l">
              <a:defRPr sz="1275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A6A6"/>
                </a:solidFill>
              </a:defRPr>
            </a:pPr>
            <a:r>
              <a:rPr sz="1275" b="1">
                <a:solidFill>
                  <a:srgbClr val="00A6A6"/>
                </a:solidFill>
              </a:rPr>
              <a:t>La IA amplía casos; la revisión humana valida cada secuencia y expectativa.</a:t>
            </a:r>
          </a:p>
        </p:txBody>
      </p:sp>
    </p:spTree>
    <p:extLst>
      <p:ext uri="{BB962C8B-B14F-4D97-AF65-F5344CB8AC3E}">
        <p14:creationId xmlns:p14="http://schemas.microsoft.com/office/powerpoint/2010/main" val="1168654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0457FE-EF94-4041-9D32-F2953E52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6B4A"/>
                </a:solidFill>
              </a:defRPr>
            </a:defPPr>
            <a:lvl1pPr algn="l">
              <a:defRPr sz="1050" b="1">
                <a:solidFill>
                  <a:srgbClr val="FF6B4A"/>
                </a:solidFill>
              </a:defRPr>
            </a:lvl1pPr>
            <a:lvl2pPr algn="l">
              <a:defRPr sz="1050" b="1">
                <a:solidFill>
                  <a:srgbClr val="FF6B4A"/>
                </a:solidFill>
              </a:defRPr>
            </a:lvl2pPr>
            <a:lvl3pPr algn="l">
              <a:defRPr sz="1050" b="1">
                <a:solidFill>
                  <a:srgbClr val="FF6B4A"/>
                </a:solidFill>
              </a:defRPr>
            </a:lvl3pPr>
            <a:lvl4pPr algn="l">
              <a:defRPr sz="1050" b="1">
                <a:solidFill>
                  <a:srgbClr val="FF6B4A"/>
                </a:solidFill>
              </a:defRPr>
            </a:lvl4pPr>
            <a:lvl5pPr algn="l">
              <a:defRPr sz="1050" b="1">
                <a:solidFill>
                  <a:srgbClr val="FF6B4A"/>
                </a:solidFill>
              </a:defRPr>
            </a:lvl5pPr>
            <a:lvl6pPr algn="l">
              <a:defRPr sz="1050" b="1">
                <a:solidFill>
                  <a:srgbClr val="FF6B4A"/>
                </a:solidFill>
              </a:defRPr>
            </a:lvl6pPr>
            <a:lvl7pPr algn="l">
              <a:defRPr sz="1050" b="1">
                <a:solidFill>
                  <a:srgbClr val="FF6B4A"/>
                </a:solidFill>
              </a:defRPr>
            </a:lvl7pPr>
            <a:lvl8pPr algn="l">
              <a:defRPr sz="1050" b="1">
                <a:solidFill>
                  <a:srgbClr val="FF6B4A"/>
                </a:solidFill>
              </a:defRPr>
            </a:lvl8pPr>
            <a:lvl9pPr algn="l">
              <a:defRPr sz="10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6B4A"/>
                </a:solidFill>
              </a:defRPr>
            </a:pPr>
            <a:r>
              <a:rPr sz="1050" b="1">
                <a:solidFill>
                  <a:srgbClr val="FF6B4A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C08FF-15FC-4E45-90FA-E46CDBA1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2263A"/>
                </a:solidFill>
              </a:defRPr>
            </a:defPPr>
            <a:lvl1pPr algn="l">
              <a:defRPr sz="2400" b="1">
                <a:solidFill>
                  <a:srgbClr val="12263A"/>
                </a:solidFill>
              </a:defRPr>
            </a:lvl1pPr>
            <a:lvl2pPr algn="l">
              <a:defRPr sz="2400" b="1">
                <a:solidFill>
                  <a:srgbClr val="12263A"/>
                </a:solidFill>
              </a:defRPr>
            </a:lvl2pPr>
            <a:lvl3pPr algn="l">
              <a:defRPr sz="2400" b="1">
                <a:solidFill>
                  <a:srgbClr val="12263A"/>
                </a:solidFill>
              </a:defRPr>
            </a:lvl3pPr>
            <a:lvl4pPr algn="l">
              <a:defRPr sz="2400" b="1">
                <a:solidFill>
                  <a:srgbClr val="12263A"/>
                </a:solidFill>
              </a:defRPr>
            </a:lvl4pPr>
            <a:lvl5pPr algn="l">
              <a:defRPr sz="2400" b="1">
                <a:solidFill>
                  <a:srgbClr val="12263A"/>
                </a:solidFill>
              </a:defRPr>
            </a:lvl5pPr>
            <a:lvl6pPr algn="l">
              <a:defRPr sz="2400" b="1">
                <a:solidFill>
                  <a:srgbClr val="12263A"/>
                </a:solidFill>
              </a:defRPr>
            </a:lvl6pPr>
            <a:lvl7pPr algn="l">
              <a:defRPr sz="2400" b="1">
                <a:solidFill>
                  <a:srgbClr val="12263A"/>
                </a:solidFill>
              </a:defRPr>
            </a:lvl7pPr>
            <a:lvl8pPr algn="l">
              <a:defRPr sz="2400" b="1">
                <a:solidFill>
                  <a:srgbClr val="12263A"/>
                </a:solidFill>
              </a:defRPr>
            </a:lvl8pPr>
            <a:lvl9pPr algn="l">
              <a:defRPr sz="240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63A"/>
                </a:solidFill>
              </a:defRPr>
            </a:pPr>
            <a:r>
              <a:rPr sz="2400" b="1">
                <a:solidFill>
                  <a:srgbClr val="12263A"/>
                </a:solidFill>
              </a:rPr>
              <a:t>Comparación sustancial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1DED2-68B2-4B94-93C6-693ACBC9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E7180"/>
                </a:solidFill>
              </a:defRPr>
            </a:defPPr>
            <a:lvl1pPr algn="l">
              <a:defRPr sz="1275" b="0">
                <a:solidFill>
                  <a:srgbClr val="5E7180"/>
                </a:solidFill>
              </a:defRPr>
            </a:lvl1pPr>
            <a:lvl2pPr algn="l">
              <a:defRPr sz="1275" b="0">
                <a:solidFill>
                  <a:srgbClr val="5E7180"/>
                </a:solidFill>
              </a:defRPr>
            </a:lvl2pPr>
            <a:lvl3pPr algn="l">
              <a:defRPr sz="1275" b="0">
                <a:solidFill>
                  <a:srgbClr val="5E7180"/>
                </a:solidFill>
              </a:defRPr>
            </a:lvl3pPr>
            <a:lvl4pPr algn="l">
              <a:defRPr sz="1275" b="0">
                <a:solidFill>
                  <a:srgbClr val="5E7180"/>
                </a:solidFill>
              </a:defRPr>
            </a:lvl4pPr>
            <a:lvl5pPr algn="l">
              <a:defRPr sz="1275" b="0">
                <a:solidFill>
                  <a:srgbClr val="5E7180"/>
                </a:solidFill>
              </a:defRPr>
            </a:lvl5pPr>
            <a:lvl6pPr algn="l">
              <a:defRPr sz="1275" b="0">
                <a:solidFill>
                  <a:srgbClr val="5E7180"/>
                </a:solidFill>
              </a:defRPr>
            </a:lvl6pPr>
            <a:lvl7pPr algn="l">
              <a:defRPr sz="1275" b="0">
                <a:solidFill>
                  <a:srgbClr val="5E7180"/>
                </a:solidFill>
              </a:defRPr>
            </a:lvl7pPr>
            <a:lvl8pPr algn="l">
              <a:defRPr sz="1275" b="0">
                <a:solidFill>
                  <a:srgbClr val="5E7180"/>
                </a:solidFill>
              </a:defRPr>
            </a:lvl8pPr>
            <a:lvl9pPr algn="l">
              <a:defRPr sz="127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7180"/>
                </a:solidFill>
              </a:defRPr>
            </a:pPr>
            <a:r>
              <a:rPr sz="1275" b="0">
                <a:solidFill>
                  <a:srgbClr val="5E7180"/>
                </a:solidFill>
              </a:rPr>
              <a:t>Las suites cumplen funciones distintas y complementarias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172E3-217D-4579-8CAF-7AEA0ACD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E7180"/>
                </a:solidFill>
              </a:defRPr>
            </a:defPPr>
            <a:lvl1pPr algn="l">
              <a:defRPr sz="825" b="0">
                <a:solidFill>
                  <a:srgbClr val="5E7180"/>
                </a:solidFill>
              </a:defRPr>
            </a:lvl1pPr>
            <a:lvl2pPr algn="l">
              <a:defRPr sz="825" b="0">
                <a:solidFill>
                  <a:srgbClr val="5E7180"/>
                </a:solidFill>
              </a:defRPr>
            </a:lvl2pPr>
            <a:lvl3pPr algn="l">
              <a:defRPr sz="825" b="0">
                <a:solidFill>
                  <a:srgbClr val="5E7180"/>
                </a:solidFill>
              </a:defRPr>
            </a:lvl3pPr>
            <a:lvl4pPr algn="l">
              <a:defRPr sz="825" b="0">
                <a:solidFill>
                  <a:srgbClr val="5E7180"/>
                </a:solidFill>
              </a:defRPr>
            </a:lvl4pPr>
            <a:lvl5pPr algn="l">
              <a:defRPr sz="825" b="0">
                <a:solidFill>
                  <a:srgbClr val="5E7180"/>
                </a:solidFill>
              </a:defRPr>
            </a:lvl5pPr>
            <a:lvl6pPr algn="l">
              <a:defRPr sz="825" b="0">
                <a:solidFill>
                  <a:srgbClr val="5E7180"/>
                </a:solidFill>
              </a:defRPr>
            </a:lvl6pPr>
            <a:lvl7pPr algn="l">
              <a:defRPr sz="825" b="0">
                <a:solidFill>
                  <a:srgbClr val="5E7180"/>
                </a:solidFill>
              </a:defRPr>
            </a:lvl7pPr>
            <a:lvl8pPr algn="l">
              <a:defRPr sz="825" b="0">
                <a:solidFill>
                  <a:srgbClr val="5E7180"/>
                </a:solidFill>
              </a:defRPr>
            </a:lvl8pPr>
            <a:lvl9pPr algn="l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Taller #6 · TDD · Tres en Raya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D6102-A6AA-433D-9CCB-BB87536F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E7180"/>
                </a:solidFill>
              </a:defRPr>
            </a:defPPr>
            <a:lvl1pPr algn="r">
              <a:defRPr sz="825" b="0">
                <a:solidFill>
                  <a:srgbClr val="5E7180"/>
                </a:solidFill>
              </a:defRPr>
            </a:lvl1pPr>
            <a:lvl2pPr algn="r">
              <a:defRPr sz="825" b="0">
                <a:solidFill>
                  <a:srgbClr val="5E7180"/>
                </a:solidFill>
              </a:defRPr>
            </a:lvl2pPr>
            <a:lvl3pPr algn="r">
              <a:defRPr sz="825" b="0">
                <a:solidFill>
                  <a:srgbClr val="5E7180"/>
                </a:solidFill>
              </a:defRPr>
            </a:lvl3pPr>
            <a:lvl4pPr algn="r">
              <a:defRPr sz="825" b="0">
                <a:solidFill>
                  <a:srgbClr val="5E7180"/>
                </a:solidFill>
              </a:defRPr>
            </a:lvl4pPr>
            <a:lvl5pPr algn="r">
              <a:defRPr sz="825" b="0">
                <a:solidFill>
                  <a:srgbClr val="5E7180"/>
                </a:solidFill>
              </a:defRPr>
            </a:lvl5pPr>
            <a:lvl6pPr algn="r">
              <a:defRPr sz="825" b="0">
                <a:solidFill>
                  <a:srgbClr val="5E7180"/>
                </a:solidFill>
              </a:defRPr>
            </a:lvl6pPr>
            <a:lvl7pPr algn="r">
              <a:defRPr sz="825" b="0">
                <a:solidFill>
                  <a:srgbClr val="5E7180"/>
                </a:solidFill>
              </a:defRPr>
            </a:lvl7pPr>
            <a:lvl8pPr algn="r">
              <a:defRPr sz="825" b="0">
                <a:solidFill>
                  <a:srgbClr val="5E7180"/>
                </a:solidFill>
              </a:defRPr>
            </a:lvl8pPr>
            <a:lvl9pPr algn="r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D9852-2F94-4B04-9A41-29FAB13F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FF6B4A"/>
                </a:solidFill>
              </a:defRPr>
            </a:defPPr>
            <a:lvl1pPr algn="ctr">
              <a:defRPr sz="1650" b="1">
                <a:solidFill>
                  <a:srgbClr val="FF6B4A"/>
                </a:solidFill>
              </a:defRPr>
            </a:lvl1pPr>
            <a:lvl2pPr algn="ctr">
              <a:defRPr sz="1650" b="1">
                <a:solidFill>
                  <a:srgbClr val="FF6B4A"/>
                </a:solidFill>
              </a:defRPr>
            </a:lvl2pPr>
            <a:lvl3pPr algn="ctr">
              <a:defRPr sz="1650" b="1">
                <a:solidFill>
                  <a:srgbClr val="FF6B4A"/>
                </a:solidFill>
              </a:defRPr>
            </a:lvl3pPr>
            <a:lvl4pPr algn="ctr">
              <a:defRPr sz="1650" b="1">
                <a:solidFill>
                  <a:srgbClr val="FF6B4A"/>
                </a:solidFill>
              </a:defRPr>
            </a:lvl4pPr>
            <a:lvl5pPr algn="ctr">
              <a:defRPr sz="1650" b="1">
                <a:solidFill>
                  <a:srgbClr val="FF6B4A"/>
                </a:solidFill>
              </a:defRPr>
            </a:lvl5pPr>
            <a:lvl6pPr algn="ctr">
              <a:defRPr sz="1650" b="1">
                <a:solidFill>
                  <a:srgbClr val="FF6B4A"/>
                </a:solidFill>
              </a:defRPr>
            </a:lvl6pPr>
            <a:lvl7pPr algn="ctr">
              <a:defRPr sz="1650" b="1">
                <a:solidFill>
                  <a:srgbClr val="FF6B4A"/>
                </a:solidFill>
              </a:defRPr>
            </a:lvl7pPr>
            <a:lvl8pPr algn="ctr">
              <a:defRPr sz="1650" b="1">
                <a:solidFill>
                  <a:srgbClr val="FF6B4A"/>
                </a:solidFill>
              </a:defRPr>
            </a:lvl8pPr>
            <a:lvl9pPr algn="ctr">
              <a:defRPr sz="16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6B4A"/>
                </a:solidFill>
              </a:defRPr>
            </a:pPr>
            <a:r>
              <a:rPr sz="1650" b="1">
                <a:solidFill>
                  <a:srgbClr val="FF6B4A"/>
                </a:solidFill>
              </a:rPr>
              <a:t>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C81E5-9A37-413F-9962-00A8C5DE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00A6A6"/>
                </a:solidFill>
              </a:defRPr>
            </a:defPPr>
            <a:lvl1pPr algn="ctr">
              <a:defRPr sz="1650" b="1">
                <a:solidFill>
                  <a:srgbClr val="00A6A6"/>
                </a:solidFill>
              </a:defRPr>
            </a:lvl1pPr>
            <a:lvl2pPr algn="ctr">
              <a:defRPr sz="1650" b="1">
                <a:solidFill>
                  <a:srgbClr val="00A6A6"/>
                </a:solidFill>
              </a:defRPr>
            </a:lvl2pPr>
            <a:lvl3pPr algn="ctr">
              <a:defRPr sz="1650" b="1">
                <a:solidFill>
                  <a:srgbClr val="00A6A6"/>
                </a:solidFill>
              </a:defRPr>
            </a:lvl3pPr>
            <a:lvl4pPr algn="ctr">
              <a:defRPr sz="1650" b="1">
                <a:solidFill>
                  <a:srgbClr val="00A6A6"/>
                </a:solidFill>
              </a:defRPr>
            </a:lvl4pPr>
            <a:lvl5pPr algn="ctr">
              <a:defRPr sz="1650" b="1">
                <a:solidFill>
                  <a:srgbClr val="00A6A6"/>
                </a:solidFill>
              </a:defRPr>
            </a:lvl5pPr>
            <a:lvl6pPr algn="ctr">
              <a:defRPr sz="1650" b="1">
                <a:solidFill>
                  <a:srgbClr val="00A6A6"/>
                </a:solidFill>
              </a:defRPr>
            </a:lvl6pPr>
            <a:lvl7pPr algn="ctr">
              <a:defRPr sz="1650" b="1">
                <a:solidFill>
                  <a:srgbClr val="00A6A6"/>
                </a:solidFill>
              </a:defRPr>
            </a:lvl7pPr>
            <a:lvl8pPr algn="ctr">
              <a:defRPr sz="1650" b="1">
                <a:solidFill>
                  <a:srgbClr val="00A6A6"/>
                </a:solidFill>
              </a:defRPr>
            </a:lvl8pPr>
            <a:lvl9pPr algn="ctr">
              <a:defRPr sz="1650" b="1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A6A6"/>
                </a:solidFill>
              </a:defRPr>
            </a:pPr>
            <a:r>
              <a:rPr sz="1650" b="1">
                <a:solidFill>
                  <a:srgbClr val="00A6A6"/>
                </a:solidFill>
              </a:rPr>
              <a:t>IA REVISADA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33003-5B52-4D9D-9A10-57D091CB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00A6A6"/>
                </a:solidFill>
              </a:defRPr>
            </a:defPPr>
            <a:lvl1pPr algn="l">
              <a:defRPr sz="1125" b="0">
                <a:solidFill>
                  <a:srgbClr val="00A6A6"/>
                </a:solidFill>
              </a:defRPr>
            </a:lvl1pPr>
            <a:lvl2pPr algn="l">
              <a:defRPr sz="1125" b="0">
                <a:solidFill>
                  <a:srgbClr val="00A6A6"/>
                </a:solidFill>
              </a:defRPr>
            </a:lvl2pPr>
            <a:lvl3pPr algn="l">
              <a:defRPr sz="1125" b="0">
                <a:solidFill>
                  <a:srgbClr val="00A6A6"/>
                </a:solidFill>
              </a:defRPr>
            </a:lvl3pPr>
            <a:lvl4pPr algn="l">
              <a:defRPr sz="1125" b="0">
                <a:solidFill>
                  <a:srgbClr val="00A6A6"/>
                </a:solidFill>
              </a:defRPr>
            </a:lvl4pPr>
            <a:lvl5pPr algn="l">
              <a:defRPr sz="1125" b="0">
                <a:solidFill>
                  <a:srgbClr val="00A6A6"/>
                </a:solidFill>
              </a:defRPr>
            </a:lvl5pPr>
            <a:lvl6pPr algn="l">
              <a:defRPr sz="1125" b="0">
                <a:solidFill>
                  <a:srgbClr val="00A6A6"/>
                </a:solidFill>
              </a:defRPr>
            </a:lvl6pPr>
            <a:lvl7pPr algn="l">
              <a:defRPr sz="1125" b="0">
                <a:solidFill>
                  <a:srgbClr val="00A6A6"/>
                </a:solidFill>
              </a:defRPr>
            </a:lvl7pPr>
            <a:lvl8pPr algn="l">
              <a:defRPr sz="1125" b="0">
                <a:solidFill>
                  <a:srgbClr val="00A6A6"/>
                </a:solidFill>
              </a:defRPr>
            </a:lvl8pPr>
            <a:lvl9pPr algn="l">
              <a:defRPr sz="1125" b="0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A6A6"/>
                </a:solidFill>
              </a:defRPr>
            </a:pPr>
            <a:r>
              <a:rPr sz="1125" b="0">
                <a:solidFill>
                  <a:srgbClr val="00A6A6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E48DA-DCF0-4FBC-A849-24E0E3D7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5275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3746"/>
                </a:solidFill>
              </a:defRPr>
            </a:defPPr>
            <a:lvl1pPr algn="l">
              <a:defRPr sz="1350" b="0">
                <a:solidFill>
                  <a:srgbClr val="263746"/>
                </a:solidFill>
              </a:defRPr>
            </a:lvl1pPr>
            <a:lvl2pPr algn="l">
              <a:defRPr sz="1350" b="0">
                <a:solidFill>
                  <a:srgbClr val="263746"/>
                </a:solidFill>
              </a:defRPr>
            </a:lvl2pPr>
            <a:lvl3pPr algn="l">
              <a:defRPr sz="1350" b="0">
                <a:solidFill>
                  <a:srgbClr val="263746"/>
                </a:solidFill>
              </a:defRPr>
            </a:lvl3pPr>
            <a:lvl4pPr algn="l">
              <a:defRPr sz="1350" b="0">
                <a:solidFill>
                  <a:srgbClr val="263746"/>
                </a:solidFill>
              </a:defRPr>
            </a:lvl4pPr>
            <a:lvl5pPr algn="l">
              <a:defRPr sz="1350" b="0">
                <a:solidFill>
                  <a:srgbClr val="263746"/>
                </a:solidFill>
              </a:defRPr>
            </a:lvl5pPr>
            <a:lvl6pPr algn="l">
              <a:defRPr sz="1350" b="0">
                <a:solidFill>
                  <a:srgbClr val="263746"/>
                </a:solidFill>
              </a:defRPr>
            </a:lvl6pPr>
            <a:lvl7pPr algn="l">
              <a:defRPr sz="1350" b="0">
                <a:solidFill>
                  <a:srgbClr val="263746"/>
                </a:solidFill>
              </a:defRPr>
            </a:lvl7pPr>
            <a:lvl8pPr algn="l">
              <a:defRPr sz="1350" b="0">
                <a:solidFill>
                  <a:srgbClr val="263746"/>
                </a:solidFill>
              </a:defRPr>
            </a:lvl8pPr>
            <a:lvl9pPr algn="l">
              <a:defRPr sz="135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</a:rPr>
              <a:t>Guía el diseño durante TDD.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FCFFA-03D7-4429-A9DD-A9692864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6B4A"/>
                </a:solidFill>
              </a:defRPr>
            </a:defPPr>
            <a:lvl1pPr algn="l">
              <a:defRPr sz="1125" b="0">
                <a:solidFill>
                  <a:srgbClr val="FF6B4A"/>
                </a:solidFill>
              </a:defRPr>
            </a:lvl1pPr>
            <a:lvl2pPr algn="l">
              <a:defRPr sz="1125" b="0">
                <a:solidFill>
                  <a:srgbClr val="FF6B4A"/>
                </a:solidFill>
              </a:defRPr>
            </a:lvl2pPr>
            <a:lvl3pPr algn="l">
              <a:defRPr sz="1125" b="0">
                <a:solidFill>
                  <a:srgbClr val="FF6B4A"/>
                </a:solidFill>
              </a:defRPr>
            </a:lvl3pPr>
            <a:lvl4pPr algn="l">
              <a:defRPr sz="1125" b="0">
                <a:solidFill>
                  <a:srgbClr val="FF6B4A"/>
                </a:solidFill>
              </a:defRPr>
            </a:lvl4pPr>
            <a:lvl5pPr algn="l">
              <a:defRPr sz="1125" b="0">
                <a:solidFill>
                  <a:srgbClr val="FF6B4A"/>
                </a:solidFill>
              </a:defRPr>
            </a:lvl5pPr>
            <a:lvl6pPr algn="l">
              <a:defRPr sz="1125" b="0">
                <a:solidFill>
                  <a:srgbClr val="FF6B4A"/>
                </a:solidFill>
              </a:defRPr>
            </a:lvl6pPr>
            <a:lvl7pPr algn="l">
              <a:defRPr sz="1125" b="0">
                <a:solidFill>
                  <a:srgbClr val="FF6B4A"/>
                </a:solidFill>
              </a:defRPr>
            </a:lvl7pPr>
            <a:lvl8pPr algn="l">
              <a:defRPr sz="1125" b="0">
                <a:solidFill>
                  <a:srgbClr val="FF6B4A"/>
                </a:solidFill>
              </a:defRPr>
            </a:lvl8pPr>
            <a:lvl9pPr algn="l">
              <a:defRPr sz="1125" b="0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6B4A"/>
                </a:solidFill>
              </a:defRPr>
            </a:pPr>
            <a:r>
              <a:rPr sz="1125" b="0">
                <a:solidFill>
                  <a:srgbClr val="FF6B4A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64453-0B06-44F8-A7F9-1C3238F6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0520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3746"/>
                </a:solidFill>
              </a:defRPr>
            </a:defPPr>
            <a:lvl1pPr algn="l">
              <a:defRPr sz="1350" b="0">
                <a:solidFill>
                  <a:srgbClr val="263746"/>
                </a:solidFill>
              </a:defRPr>
            </a:lvl1pPr>
            <a:lvl2pPr algn="l">
              <a:defRPr sz="1350" b="0">
                <a:solidFill>
                  <a:srgbClr val="263746"/>
                </a:solidFill>
              </a:defRPr>
            </a:lvl2pPr>
            <a:lvl3pPr algn="l">
              <a:defRPr sz="1350" b="0">
                <a:solidFill>
                  <a:srgbClr val="263746"/>
                </a:solidFill>
              </a:defRPr>
            </a:lvl3pPr>
            <a:lvl4pPr algn="l">
              <a:defRPr sz="1350" b="0">
                <a:solidFill>
                  <a:srgbClr val="263746"/>
                </a:solidFill>
              </a:defRPr>
            </a:lvl4pPr>
            <a:lvl5pPr algn="l">
              <a:defRPr sz="1350" b="0">
                <a:solidFill>
                  <a:srgbClr val="263746"/>
                </a:solidFill>
              </a:defRPr>
            </a:lvl5pPr>
            <a:lvl6pPr algn="l">
              <a:defRPr sz="1350" b="0">
                <a:solidFill>
                  <a:srgbClr val="263746"/>
                </a:solidFill>
              </a:defRPr>
            </a:lvl6pPr>
            <a:lvl7pPr algn="l">
              <a:defRPr sz="1350" b="0">
                <a:solidFill>
                  <a:srgbClr val="263746"/>
                </a:solidFill>
              </a:defRPr>
            </a:lvl7pPr>
            <a:lvl8pPr algn="l">
              <a:defRPr sz="1350" b="0">
                <a:solidFill>
                  <a:srgbClr val="263746"/>
                </a:solidFill>
              </a:defRPr>
            </a:lvl8pPr>
            <a:lvl9pPr algn="l">
              <a:defRPr sz="135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</a:rPr>
              <a:t>Nombres y preparación muy directos.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38D09-1C4D-44A7-ADD7-AD4BF425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00A6A6"/>
                </a:solidFill>
              </a:defRPr>
            </a:defPPr>
            <a:lvl1pPr algn="l">
              <a:defRPr sz="1125" b="0">
                <a:solidFill>
                  <a:srgbClr val="00A6A6"/>
                </a:solidFill>
              </a:defRPr>
            </a:lvl1pPr>
            <a:lvl2pPr algn="l">
              <a:defRPr sz="1125" b="0">
                <a:solidFill>
                  <a:srgbClr val="00A6A6"/>
                </a:solidFill>
              </a:defRPr>
            </a:lvl2pPr>
            <a:lvl3pPr algn="l">
              <a:defRPr sz="1125" b="0">
                <a:solidFill>
                  <a:srgbClr val="00A6A6"/>
                </a:solidFill>
              </a:defRPr>
            </a:lvl3pPr>
            <a:lvl4pPr algn="l">
              <a:defRPr sz="1125" b="0">
                <a:solidFill>
                  <a:srgbClr val="00A6A6"/>
                </a:solidFill>
              </a:defRPr>
            </a:lvl4pPr>
            <a:lvl5pPr algn="l">
              <a:defRPr sz="1125" b="0">
                <a:solidFill>
                  <a:srgbClr val="00A6A6"/>
                </a:solidFill>
              </a:defRPr>
            </a:lvl5pPr>
            <a:lvl6pPr algn="l">
              <a:defRPr sz="1125" b="0">
                <a:solidFill>
                  <a:srgbClr val="00A6A6"/>
                </a:solidFill>
              </a:defRPr>
            </a:lvl6pPr>
            <a:lvl7pPr algn="l">
              <a:defRPr sz="1125" b="0">
                <a:solidFill>
                  <a:srgbClr val="00A6A6"/>
                </a:solidFill>
              </a:defRPr>
            </a:lvl7pPr>
            <a:lvl8pPr algn="l">
              <a:defRPr sz="1125" b="0">
                <a:solidFill>
                  <a:srgbClr val="00A6A6"/>
                </a:solidFill>
              </a:defRPr>
            </a:lvl8pPr>
            <a:lvl9pPr algn="l">
              <a:defRPr sz="1125" b="0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A6A6"/>
                </a:solidFill>
              </a:defRPr>
            </a:pPr>
            <a:r>
              <a:rPr sz="1125" b="0">
                <a:solidFill>
                  <a:srgbClr val="00A6A6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CDFB0-F70D-4D7C-AC7B-23627165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5765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3746"/>
                </a:solidFill>
              </a:defRPr>
            </a:defPPr>
            <a:lvl1pPr algn="l">
              <a:defRPr sz="1350" b="0">
                <a:solidFill>
                  <a:srgbClr val="263746"/>
                </a:solidFill>
              </a:defRPr>
            </a:lvl1pPr>
            <a:lvl2pPr algn="l">
              <a:defRPr sz="1350" b="0">
                <a:solidFill>
                  <a:srgbClr val="263746"/>
                </a:solidFill>
              </a:defRPr>
            </a:lvl2pPr>
            <a:lvl3pPr algn="l">
              <a:defRPr sz="1350" b="0">
                <a:solidFill>
                  <a:srgbClr val="263746"/>
                </a:solidFill>
              </a:defRPr>
            </a:lvl3pPr>
            <a:lvl4pPr algn="l">
              <a:defRPr sz="1350" b="0">
                <a:solidFill>
                  <a:srgbClr val="263746"/>
                </a:solidFill>
              </a:defRPr>
            </a:lvl4pPr>
            <a:lvl5pPr algn="l">
              <a:defRPr sz="1350" b="0">
                <a:solidFill>
                  <a:srgbClr val="263746"/>
                </a:solidFill>
              </a:defRPr>
            </a:lvl5pPr>
            <a:lvl6pPr algn="l">
              <a:defRPr sz="1350" b="0">
                <a:solidFill>
                  <a:srgbClr val="263746"/>
                </a:solidFill>
              </a:defRPr>
            </a:lvl6pPr>
            <a:lvl7pPr algn="l">
              <a:defRPr sz="1350" b="0">
                <a:solidFill>
                  <a:srgbClr val="263746"/>
                </a:solidFill>
              </a:defRPr>
            </a:lvl7pPr>
            <a:lvl8pPr algn="l">
              <a:defRPr sz="1350" b="0">
                <a:solidFill>
                  <a:srgbClr val="263746"/>
                </a:solidFill>
              </a:defRPr>
            </a:lvl8pPr>
            <a:lvl9pPr algn="l">
              <a:defRPr sz="135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</a:rPr>
              <a:t>Diagnóstico sencillo cuando falla.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85904-7070-4E12-A7C6-4E6B8538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6B4A"/>
                </a:solidFill>
              </a:defRPr>
            </a:defPPr>
            <a:lvl1pPr algn="l">
              <a:defRPr sz="1125" b="0">
                <a:solidFill>
                  <a:srgbClr val="FF6B4A"/>
                </a:solidFill>
              </a:defRPr>
            </a:lvl1pPr>
            <a:lvl2pPr algn="l">
              <a:defRPr sz="1125" b="0">
                <a:solidFill>
                  <a:srgbClr val="FF6B4A"/>
                </a:solidFill>
              </a:defRPr>
            </a:lvl2pPr>
            <a:lvl3pPr algn="l">
              <a:defRPr sz="1125" b="0">
                <a:solidFill>
                  <a:srgbClr val="FF6B4A"/>
                </a:solidFill>
              </a:defRPr>
            </a:lvl3pPr>
            <a:lvl4pPr algn="l">
              <a:defRPr sz="1125" b="0">
                <a:solidFill>
                  <a:srgbClr val="FF6B4A"/>
                </a:solidFill>
              </a:defRPr>
            </a:lvl4pPr>
            <a:lvl5pPr algn="l">
              <a:defRPr sz="1125" b="0">
                <a:solidFill>
                  <a:srgbClr val="FF6B4A"/>
                </a:solidFill>
              </a:defRPr>
            </a:lvl5pPr>
            <a:lvl6pPr algn="l">
              <a:defRPr sz="1125" b="0">
                <a:solidFill>
                  <a:srgbClr val="FF6B4A"/>
                </a:solidFill>
              </a:defRPr>
            </a:lvl6pPr>
            <a:lvl7pPr algn="l">
              <a:defRPr sz="1125" b="0">
                <a:solidFill>
                  <a:srgbClr val="FF6B4A"/>
                </a:solidFill>
              </a:defRPr>
            </a:lvl7pPr>
            <a:lvl8pPr algn="l">
              <a:defRPr sz="1125" b="0">
                <a:solidFill>
                  <a:srgbClr val="FF6B4A"/>
                </a:solidFill>
              </a:defRPr>
            </a:lvl8pPr>
            <a:lvl9pPr algn="l">
              <a:defRPr sz="1125" b="0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6B4A"/>
                </a:solidFill>
              </a:defRPr>
            </a:pPr>
            <a:r>
              <a:rPr sz="1125" b="0">
                <a:solidFill>
                  <a:srgbClr val="FF6B4A"/>
                </a:solidFill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8E3CE-5AD9-4FCA-9B6A-5CE870E5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3746"/>
                </a:solidFill>
              </a:defRPr>
            </a:defPPr>
            <a:lvl1pPr algn="l">
              <a:defRPr sz="1350" b="0">
                <a:solidFill>
                  <a:srgbClr val="263746"/>
                </a:solidFill>
              </a:defRPr>
            </a:lvl1pPr>
            <a:lvl2pPr algn="l">
              <a:defRPr sz="1350" b="0">
                <a:solidFill>
                  <a:srgbClr val="263746"/>
                </a:solidFill>
              </a:defRPr>
            </a:lvl2pPr>
            <a:lvl3pPr algn="l">
              <a:defRPr sz="1350" b="0">
                <a:solidFill>
                  <a:srgbClr val="263746"/>
                </a:solidFill>
              </a:defRPr>
            </a:lvl3pPr>
            <a:lvl4pPr algn="l">
              <a:defRPr sz="1350" b="0">
                <a:solidFill>
                  <a:srgbClr val="263746"/>
                </a:solidFill>
              </a:defRPr>
            </a:lvl4pPr>
            <a:lvl5pPr algn="l">
              <a:defRPr sz="1350" b="0">
                <a:solidFill>
                  <a:srgbClr val="263746"/>
                </a:solidFill>
              </a:defRPr>
            </a:lvl5pPr>
            <a:lvl6pPr algn="l">
              <a:defRPr sz="1350" b="0">
                <a:solidFill>
                  <a:srgbClr val="263746"/>
                </a:solidFill>
              </a:defRPr>
            </a:lvl6pPr>
            <a:lvl7pPr algn="l">
              <a:defRPr sz="1350" b="0">
                <a:solidFill>
                  <a:srgbClr val="263746"/>
                </a:solidFill>
              </a:defRPr>
            </a:lvl7pPr>
            <a:lvl8pPr algn="l">
              <a:defRPr sz="1350" b="0">
                <a:solidFill>
                  <a:srgbClr val="263746"/>
                </a:solidFill>
              </a:defRPr>
            </a:lvl8pPr>
            <a:lvl9pPr algn="l">
              <a:defRPr sz="135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</a:rPr>
              <a:t>Menor amplitud combinatoria.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53651-1552-45D5-8666-50D7BCA8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00A6A6"/>
                </a:solidFill>
              </a:defRPr>
            </a:defPPr>
            <a:lvl1pPr algn="l">
              <a:defRPr sz="1125" b="0">
                <a:solidFill>
                  <a:srgbClr val="00A6A6"/>
                </a:solidFill>
              </a:defRPr>
            </a:lvl1pPr>
            <a:lvl2pPr algn="l">
              <a:defRPr sz="1125" b="0">
                <a:solidFill>
                  <a:srgbClr val="00A6A6"/>
                </a:solidFill>
              </a:defRPr>
            </a:lvl2pPr>
            <a:lvl3pPr algn="l">
              <a:defRPr sz="1125" b="0">
                <a:solidFill>
                  <a:srgbClr val="00A6A6"/>
                </a:solidFill>
              </a:defRPr>
            </a:lvl3pPr>
            <a:lvl4pPr algn="l">
              <a:defRPr sz="1125" b="0">
                <a:solidFill>
                  <a:srgbClr val="00A6A6"/>
                </a:solidFill>
              </a:defRPr>
            </a:lvl4pPr>
            <a:lvl5pPr algn="l">
              <a:defRPr sz="1125" b="0">
                <a:solidFill>
                  <a:srgbClr val="00A6A6"/>
                </a:solidFill>
              </a:defRPr>
            </a:lvl5pPr>
            <a:lvl6pPr algn="l">
              <a:defRPr sz="1125" b="0">
                <a:solidFill>
                  <a:srgbClr val="00A6A6"/>
                </a:solidFill>
              </a:defRPr>
            </a:lvl6pPr>
            <a:lvl7pPr algn="l">
              <a:defRPr sz="1125" b="0">
                <a:solidFill>
                  <a:srgbClr val="00A6A6"/>
                </a:solidFill>
              </a:defRPr>
            </a:lvl7pPr>
            <a:lvl8pPr algn="l">
              <a:defRPr sz="1125" b="0">
                <a:solidFill>
                  <a:srgbClr val="00A6A6"/>
                </a:solidFill>
              </a:defRPr>
            </a:lvl8pPr>
            <a:lvl9pPr algn="l">
              <a:defRPr sz="1125" b="0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A6A6"/>
                </a:solidFill>
              </a:defRPr>
            </a:pPr>
            <a:r>
              <a:rPr sz="1125" b="0">
                <a:solidFill>
                  <a:srgbClr val="00A6A6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0745A-D442-4E6E-A24B-4D8B9BA3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5275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3746"/>
                </a:solidFill>
              </a:defRPr>
            </a:defPPr>
            <a:lvl1pPr algn="l">
              <a:defRPr sz="1350" b="0">
                <a:solidFill>
                  <a:srgbClr val="263746"/>
                </a:solidFill>
              </a:defRPr>
            </a:lvl1pPr>
            <a:lvl2pPr algn="l">
              <a:defRPr sz="1350" b="0">
                <a:solidFill>
                  <a:srgbClr val="263746"/>
                </a:solidFill>
              </a:defRPr>
            </a:lvl2pPr>
            <a:lvl3pPr algn="l">
              <a:defRPr sz="1350" b="0">
                <a:solidFill>
                  <a:srgbClr val="263746"/>
                </a:solidFill>
              </a:defRPr>
            </a:lvl3pPr>
            <a:lvl4pPr algn="l">
              <a:defRPr sz="1350" b="0">
                <a:solidFill>
                  <a:srgbClr val="263746"/>
                </a:solidFill>
              </a:defRPr>
            </a:lvl4pPr>
            <a:lvl5pPr algn="l">
              <a:defRPr sz="1350" b="0">
                <a:solidFill>
                  <a:srgbClr val="263746"/>
                </a:solidFill>
              </a:defRPr>
            </a:lvl5pPr>
            <a:lvl6pPr algn="l">
              <a:defRPr sz="1350" b="0">
                <a:solidFill>
                  <a:srgbClr val="263746"/>
                </a:solidFill>
              </a:defRPr>
            </a:lvl6pPr>
            <a:lvl7pPr algn="l">
              <a:defRPr sz="1350" b="0">
                <a:solidFill>
                  <a:srgbClr val="263746"/>
                </a:solidFill>
              </a:defRPr>
            </a:lvl7pPr>
            <a:lvl8pPr algn="l">
              <a:defRPr sz="1350" b="0">
                <a:solidFill>
                  <a:srgbClr val="263746"/>
                </a:solidFill>
              </a:defRPr>
            </a:lvl8pPr>
            <a:lvl9pPr algn="l">
              <a:defRPr sz="135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</a:rPr>
              <a:t>Audita un contrato ya definido.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F7415-A1E2-4C6E-B28E-94F3E90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6B4A"/>
                </a:solidFill>
              </a:defRPr>
            </a:defPPr>
            <a:lvl1pPr algn="l">
              <a:defRPr sz="1125" b="0">
                <a:solidFill>
                  <a:srgbClr val="FF6B4A"/>
                </a:solidFill>
              </a:defRPr>
            </a:lvl1pPr>
            <a:lvl2pPr algn="l">
              <a:defRPr sz="1125" b="0">
                <a:solidFill>
                  <a:srgbClr val="FF6B4A"/>
                </a:solidFill>
              </a:defRPr>
            </a:lvl2pPr>
            <a:lvl3pPr algn="l">
              <a:defRPr sz="1125" b="0">
                <a:solidFill>
                  <a:srgbClr val="FF6B4A"/>
                </a:solidFill>
              </a:defRPr>
            </a:lvl3pPr>
            <a:lvl4pPr algn="l">
              <a:defRPr sz="1125" b="0">
                <a:solidFill>
                  <a:srgbClr val="FF6B4A"/>
                </a:solidFill>
              </a:defRPr>
            </a:lvl4pPr>
            <a:lvl5pPr algn="l">
              <a:defRPr sz="1125" b="0">
                <a:solidFill>
                  <a:srgbClr val="FF6B4A"/>
                </a:solidFill>
              </a:defRPr>
            </a:lvl5pPr>
            <a:lvl6pPr algn="l">
              <a:defRPr sz="1125" b="0">
                <a:solidFill>
                  <a:srgbClr val="FF6B4A"/>
                </a:solidFill>
              </a:defRPr>
            </a:lvl6pPr>
            <a:lvl7pPr algn="l">
              <a:defRPr sz="1125" b="0">
                <a:solidFill>
                  <a:srgbClr val="FF6B4A"/>
                </a:solidFill>
              </a:defRPr>
            </a:lvl7pPr>
            <a:lvl8pPr algn="l">
              <a:defRPr sz="1125" b="0">
                <a:solidFill>
                  <a:srgbClr val="FF6B4A"/>
                </a:solidFill>
              </a:defRPr>
            </a:lvl8pPr>
            <a:lvl9pPr algn="l">
              <a:defRPr sz="1125" b="0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6B4A"/>
                </a:solidFill>
              </a:defRPr>
            </a:pPr>
            <a:r>
              <a:rPr sz="1125" b="0">
                <a:solidFill>
                  <a:srgbClr val="FF6B4A"/>
                </a:solidFill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94944-E22B-4FC0-91AA-0BDD55A6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3746"/>
                </a:solidFill>
              </a:defRPr>
            </a:defPPr>
            <a:lvl1pPr algn="l">
              <a:defRPr sz="1350" b="0">
                <a:solidFill>
                  <a:srgbClr val="263746"/>
                </a:solidFill>
              </a:defRPr>
            </a:lvl1pPr>
            <a:lvl2pPr algn="l">
              <a:defRPr sz="1350" b="0">
                <a:solidFill>
                  <a:srgbClr val="263746"/>
                </a:solidFill>
              </a:defRPr>
            </a:lvl2pPr>
            <a:lvl3pPr algn="l">
              <a:defRPr sz="1350" b="0">
                <a:solidFill>
                  <a:srgbClr val="263746"/>
                </a:solidFill>
              </a:defRPr>
            </a:lvl3pPr>
            <a:lvl4pPr algn="l">
              <a:defRPr sz="1350" b="0">
                <a:solidFill>
                  <a:srgbClr val="263746"/>
                </a:solidFill>
              </a:defRPr>
            </a:lvl4pPr>
            <a:lvl5pPr algn="l">
              <a:defRPr sz="1350" b="0">
                <a:solidFill>
                  <a:srgbClr val="263746"/>
                </a:solidFill>
              </a:defRPr>
            </a:lvl5pPr>
            <a:lvl6pPr algn="l">
              <a:defRPr sz="1350" b="0">
                <a:solidFill>
                  <a:srgbClr val="263746"/>
                </a:solidFill>
              </a:defRPr>
            </a:lvl6pPr>
            <a:lvl7pPr algn="l">
              <a:defRPr sz="1350" b="0">
                <a:solidFill>
                  <a:srgbClr val="263746"/>
                </a:solidFill>
              </a:defRPr>
            </a:lvl7pPr>
            <a:lvl8pPr algn="l">
              <a:defRPr sz="1350" b="0">
                <a:solidFill>
                  <a:srgbClr val="263746"/>
                </a:solidFill>
              </a:defRPr>
            </a:lvl8pPr>
            <a:lvl9pPr algn="l">
              <a:defRPr sz="135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</a:rPr>
              <a:t>Parametriza las ocho líneas ganadoras.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225E6-39DD-4ACC-A977-0A6E2153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76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00A6A6"/>
                </a:solidFill>
              </a:defRPr>
            </a:defPPr>
            <a:lvl1pPr algn="l">
              <a:defRPr sz="1125" b="0">
                <a:solidFill>
                  <a:srgbClr val="00A6A6"/>
                </a:solidFill>
              </a:defRPr>
            </a:lvl1pPr>
            <a:lvl2pPr algn="l">
              <a:defRPr sz="1125" b="0">
                <a:solidFill>
                  <a:srgbClr val="00A6A6"/>
                </a:solidFill>
              </a:defRPr>
            </a:lvl2pPr>
            <a:lvl3pPr algn="l">
              <a:defRPr sz="1125" b="0">
                <a:solidFill>
                  <a:srgbClr val="00A6A6"/>
                </a:solidFill>
              </a:defRPr>
            </a:lvl3pPr>
            <a:lvl4pPr algn="l">
              <a:defRPr sz="1125" b="0">
                <a:solidFill>
                  <a:srgbClr val="00A6A6"/>
                </a:solidFill>
              </a:defRPr>
            </a:lvl4pPr>
            <a:lvl5pPr algn="l">
              <a:defRPr sz="1125" b="0">
                <a:solidFill>
                  <a:srgbClr val="00A6A6"/>
                </a:solidFill>
              </a:defRPr>
            </a:lvl5pPr>
            <a:lvl6pPr algn="l">
              <a:defRPr sz="1125" b="0">
                <a:solidFill>
                  <a:srgbClr val="00A6A6"/>
                </a:solidFill>
              </a:defRPr>
            </a:lvl6pPr>
            <a:lvl7pPr algn="l">
              <a:defRPr sz="1125" b="0">
                <a:solidFill>
                  <a:srgbClr val="00A6A6"/>
                </a:solidFill>
              </a:defRPr>
            </a:lvl7pPr>
            <a:lvl8pPr algn="l">
              <a:defRPr sz="1125" b="0">
                <a:solidFill>
                  <a:srgbClr val="00A6A6"/>
                </a:solidFill>
              </a:defRPr>
            </a:lvl8pPr>
            <a:lvl9pPr algn="l">
              <a:defRPr sz="1125" b="0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A6A6"/>
                </a:solidFill>
              </a:defRPr>
            </a:pPr>
            <a:r>
              <a:rPr sz="1125" b="0">
                <a:solidFill>
                  <a:srgbClr val="00A6A6"/>
                </a:solidFill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E0E2A-47A1-4F08-A6F0-12BFAD5A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5765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3746"/>
                </a:solidFill>
              </a:defRPr>
            </a:defPPr>
            <a:lvl1pPr algn="l">
              <a:defRPr sz="1350" b="0">
                <a:solidFill>
                  <a:srgbClr val="263746"/>
                </a:solidFill>
              </a:defRPr>
            </a:lvl1pPr>
            <a:lvl2pPr algn="l">
              <a:defRPr sz="1350" b="0">
                <a:solidFill>
                  <a:srgbClr val="263746"/>
                </a:solidFill>
              </a:defRPr>
            </a:lvl2pPr>
            <a:lvl3pPr algn="l">
              <a:defRPr sz="1350" b="0">
                <a:solidFill>
                  <a:srgbClr val="263746"/>
                </a:solidFill>
              </a:defRPr>
            </a:lvl3pPr>
            <a:lvl4pPr algn="l">
              <a:defRPr sz="1350" b="0">
                <a:solidFill>
                  <a:srgbClr val="263746"/>
                </a:solidFill>
              </a:defRPr>
            </a:lvl4pPr>
            <a:lvl5pPr algn="l">
              <a:defRPr sz="1350" b="0">
                <a:solidFill>
                  <a:srgbClr val="263746"/>
                </a:solidFill>
              </a:defRPr>
            </a:lvl5pPr>
            <a:lvl6pPr algn="l">
              <a:defRPr sz="1350" b="0">
                <a:solidFill>
                  <a:srgbClr val="263746"/>
                </a:solidFill>
              </a:defRPr>
            </a:lvl6pPr>
            <a:lvl7pPr algn="l">
              <a:defRPr sz="1350" b="0">
                <a:solidFill>
                  <a:srgbClr val="263746"/>
                </a:solidFill>
              </a:defRPr>
            </a:lvl7pPr>
            <a:lvl8pPr algn="l">
              <a:defRPr sz="1350" b="0">
                <a:solidFill>
                  <a:srgbClr val="263746"/>
                </a:solidFill>
              </a:defRPr>
            </a:lvl8pPr>
            <a:lvl9pPr algn="l">
              <a:defRPr sz="135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</a:rPr>
              <a:t>Añade casos defensivos omitidos.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260A0-D514-48A2-86C9-47C47CC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6B4A"/>
                </a:solidFill>
              </a:defRPr>
            </a:defPPr>
            <a:lvl1pPr algn="l">
              <a:defRPr sz="1125" b="0">
                <a:solidFill>
                  <a:srgbClr val="FF6B4A"/>
                </a:solidFill>
              </a:defRPr>
            </a:lvl1pPr>
            <a:lvl2pPr algn="l">
              <a:defRPr sz="1125" b="0">
                <a:solidFill>
                  <a:srgbClr val="FF6B4A"/>
                </a:solidFill>
              </a:defRPr>
            </a:lvl2pPr>
            <a:lvl3pPr algn="l">
              <a:defRPr sz="1125" b="0">
                <a:solidFill>
                  <a:srgbClr val="FF6B4A"/>
                </a:solidFill>
              </a:defRPr>
            </a:lvl3pPr>
            <a:lvl4pPr algn="l">
              <a:defRPr sz="1125" b="0">
                <a:solidFill>
                  <a:srgbClr val="FF6B4A"/>
                </a:solidFill>
              </a:defRPr>
            </a:lvl4pPr>
            <a:lvl5pPr algn="l">
              <a:defRPr sz="1125" b="0">
                <a:solidFill>
                  <a:srgbClr val="FF6B4A"/>
                </a:solidFill>
              </a:defRPr>
            </a:lvl5pPr>
            <a:lvl6pPr algn="l">
              <a:defRPr sz="1125" b="0">
                <a:solidFill>
                  <a:srgbClr val="FF6B4A"/>
                </a:solidFill>
              </a:defRPr>
            </a:lvl6pPr>
            <a:lvl7pPr algn="l">
              <a:defRPr sz="1125" b="0">
                <a:solidFill>
                  <a:srgbClr val="FF6B4A"/>
                </a:solidFill>
              </a:defRPr>
            </a:lvl7pPr>
            <a:lvl8pPr algn="l">
              <a:defRPr sz="1125" b="0">
                <a:solidFill>
                  <a:srgbClr val="FF6B4A"/>
                </a:solidFill>
              </a:defRPr>
            </a:lvl8pPr>
            <a:lvl9pPr algn="l">
              <a:defRPr sz="1125" b="0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6B4A"/>
                </a:solidFill>
              </a:defRPr>
            </a:pPr>
            <a:r>
              <a:rPr sz="1125" b="0">
                <a:solidFill>
                  <a:srgbClr val="FF6B4A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B55D8-D59D-4F89-92F4-63F6A7BC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1010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3746"/>
                </a:solidFill>
              </a:defRPr>
            </a:defPPr>
            <a:lvl1pPr algn="l">
              <a:defRPr sz="1350" b="0">
                <a:solidFill>
                  <a:srgbClr val="263746"/>
                </a:solidFill>
              </a:defRPr>
            </a:lvl1pPr>
            <a:lvl2pPr algn="l">
              <a:defRPr sz="1350" b="0">
                <a:solidFill>
                  <a:srgbClr val="263746"/>
                </a:solidFill>
              </a:defRPr>
            </a:lvl2pPr>
            <a:lvl3pPr algn="l">
              <a:defRPr sz="1350" b="0">
                <a:solidFill>
                  <a:srgbClr val="263746"/>
                </a:solidFill>
              </a:defRPr>
            </a:lvl3pPr>
            <a:lvl4pPr algn="l">
              <a:defRPr sz="1350" b="0">
                <a:solidFill>
                  <a:srgbClr val="263746"/>
                </a:solidFill>
              </a:defRPr>
            </a:lvl4pPr>
            <a:lvl5pPr algn="l">
              <a:defRPr sz="1350" b="0">
                <a:solidFill>
                  <a:srgbClr val="263746"/>
                </a:solidFill>
              </a:defRPr>
            </a:lvl5pPr>
            <a:lvl6pPr algn="l">
              <a:defRPr sz="1350" b="0">
                <a:solidFill>
                  <a:srgbClr val="263746"/>
                </a:solidFill>
              </a:defRPr>
            </a:lvl6pPr>
            <a:lvl7pPr algn="l">
              <a:defRPr sz="1350" b="0">
                <a:solidFill>
                  <a:srgbClr val="263746"/>
                </a:solidFill>
              </a:defRPr>
            </a:lvl7pPr>
            <a:lvl8pPr algn="l">
              <a:defRPr sz="1350" b="0">
                <a:solidFill>
                  <a:srgbClr val="263746"/>
                </a:solidFill>
              </a:defRPr>
            </a:lvl8pPr>
            <a:lvl9pPr algn="l">
              <a:defRPr sz="135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</a:rPr>
              <a:t>Puede equivocarse si no se revisa.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2C704-FCFE-40DA-B825-E9C3B9D1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12263A"/>
                </a:solidFill>
              </a:defRPr>
            </a:defPPr>
            <a:lvl1pPr algn="ctr">
              <a:defRPr sz="1650" b="1">
                <a:solidFill>
                  <a:srgbClr val="12263A"/>
                </a:solidFill>
              </a:defRPr>
            </a:lvl1pPr>
            <a:lvl2pPr algn="ctr">
              <a:defRPr sz="1650" b="1">
                <a:solidFill>
                  <a:srgbClr val="12263A"/>
                </a:solidFill>
              </a:defRPr>
            </a:lvl2pPr>
            <a:lvl3pPr algn="ctr">
              <a:defRPr sz="1650" b="1">
                <a:solidFill>
                  <a:srgbClr val="12263A"/>
                </a:solidFill>
              </a:defRPr>
            </a:lvl3pPr>
            <a:lvl4pPr algn="ctr">
              <a:defRPr sz="1650" b="1">
                <a:solidFill>
                  <a:srgbClr val="12263A"/>
                </a:solidFill>
              </a:defRPr>
            </a:lvl4pPr>
            <a:lvl5pPr algn="ctr">
              <a:defRPr sz="1650" b="1">
                <a:solidFill>
                  <a:srgbClr val="12263A"/>
                </a:solidFill>
              </a:defRPr>
            </a:lvl5pPr>
            <a:lvl6pPr algn="ctr">
              <a:defRPr sz="1650" b="1">
                <a:solidFill>
                  <a:srgbClr val="12263A"/>
                </a:solidFill>
              </a:defRPr>
            </a:lvl6pPr>
            <a:lvl7pPr algn="ctr">
              <a:defRPr sz="1650" b="1">
                <a:solidFill>
                  <a:srgbClr val="12263A"/>
                </a:solidFill>
              </a:defRPr>
            </a:lvl7pPr>
            <a:lvl8pPr algn="ctr">
              <a:defRPr sz="1650" b="1">
                <a:solidFill>
                  <a:srgbClr val="12263A"/>
                </a:solidFill>
              </a:defRPr>
            </a:lvl8pPr>
            <a:lvl9pPr algn="ctr">
              <a:defRPr sz="165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Resultado combinado: 21 pruebas aprobadas · 100 % de líneas · 100 % de ramas</a:t>
            </a:r>
          </a:p>
        </p:txBody>
      </p:sp>
    </p:spTree>
    <p:extLst>
      <p:ext uri="{BB962C8B-B14F-4D97-AF65-F5344CB8AC3E}">
        <p14:creationId xmlns:p14="http://schemas.microsoft.com/office/powerpoint/2010/main" val="930448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89F62-BAF8-4DB2-9699-D1581F5E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FF6B4A"/>
                </a:solidFill>
              </a:defRPr>
            </a:defPPr>
            <a:lvl1pPr algn="l">
              <a:defRPr sz="1050" b="1">
                <a:solidFill>
                  <a:srgbClr val="FF6B4A"/>
                </a:solidFill>
              </a:defRPr>
            </a:lvl1pPr>
            <a:lvl2pPr algn="l">
              <a:defRPr sz="1050" b="1">
                <a:solidFill>
                  <a:srgbClr val="FF6B4A"/>
                </a:solidFill>
              </a:defRPr>
            </a:lvl2pPr>
            <a:lvl3pPr algn="l">
              <a:defRPr sz="1050" b="1">
                <a:solidFill>
                  <a:srgbClr val="FF6B4A"/>
                </a:solidFill>
              </a:defRPr>
            </a:lvl3pPr>
            <a:lvl4pPr algn="l">
              <a:defRPr sz="1050" b="1">
                <a:solidFill>
                  <a:srgbClr val="FF6B4A"/>
                </a:solidFill>
              </a:defRPr>
            </a:lvl4pPr>
            <a:lvl5pPr algn="l">
              <a:defRPr sz="1050" b="1">
                <a:solidFill>
                  <a:srgbClr val="FF6B4A"/>
                </a:solidFill>
              </a:defRPr>
            </a:lvl5pPr>
            <a:lvl6pPr algn="l">
              <a:defRPr sz="1050" b="1">
                <a:solidFill>
                  <a:srgbClr val="FF6B4A"/>
                </a:solidFill>
              </a:defRPr>
            </a:lvl6pPr>
            <a:lvl7pPr algn="l">
              <a:defRPr sz="1050" b="1">
                <a:solidFill>
                  <a:srgbClr val="FF6B4A"/>
                </a:solidFill>
              </a:defRPr>
            </a:lvl7pPr>
            <a:lvl8pPr algn="l">
              <a:defRPr sz="1050" b="1">
                <a:solidFill>
                  <a:srgbClr val="FF6B4A"/>
                </a:solidFill>
              </a:defRPr>
            </a:lvl8pPr>
            <a:lvl9pPr algn="l">
              <a:defRPr sz="1050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6B4A"/>
                </a:solidFill>
              </a:defRPr>
            </a:pPr>
            <a:r>
              <a:rPr sz="1050" b="1">
                <a:solidFill>
                  <a:srgbClr val="FF6B4A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583EC-2347-40A5-9460-851E7917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2263A"/>
                </a:solidFill>
              </a:defRPr>
            </a:defPPr>
            <a:lvl1pPr algn="l">
              <a:defRPr sz="2400" b="1">
                <a:solidFill>
                  <a:srgbClr val="12263A"/>
                </a:solidFill>
              </a:defRPr>
            </a:lvl1pPr>
            <a:lvl2pPr algn="l">
              <a:defRPr sz="2400" b="1">
                <a:solidFill>
                  <a:srgbClr val="12263A"/>
                </a:solidFill>
              </a:defRPr>
            </a:lvl2pPr>
            <a:lvl3pPr algn="l">
              <a:defRPr sz="2400" b="1">
                <a:solidFill>
                  <a:srgbClr val="12263A"/>
                </a:solidFill>
              </a:defRPr>
            </a:lvl3pPr>
            <a:lvl4pPr algn="l">
              <a:defRPr sz="2400" b="1">
                <a:solidFill>
                  <a:srgbClr val="12263A"/>
                </a:solidFill>
              </a:defRPr>
            </a:lvl4pPr>
            <a:lvl5pPr algn="l">
              <a:defRPr sz="2400" b="1">
                <a:solidFill>
                  <a:srgbClr val="12263A"/>
                </a:solidFill>
              </a:defRPr>
            </a:lvl5pPr>
            <a:lvl6pPr algn="l">
              <a:defRPr sz="2400" b="1">
                <a:solidFill>
                  <a:srgbClr val="12263A"/>
                </a:solidFill>
              </a:defRPr>
            </a:lvl6pPr>
            <a:lvl7pPr algn="l">
              <a:defRPr sz="2400" b="1">
                <a:solidFill>
                  <a:srgbClr val="12263A"/>
                </a:solidFill>
              </a:defRPr>
            </a:lvl7pPr>
            <a:lvl8pPr algn="l">
              <a:defRPr sz="2400" b="1">
                <a:solidFill>
                  <a:srgbClr val="12263A"/>
                </a:solidFill>
              </a:defRPr>
            </a:lvl8pPr>
            <a:lvl9pPr algn="l">
              <a:defRPr sz="2400" b="1">
                <a:solidFill>
                  <a:srgbClr val="12263A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63A"/>
                </a:solidFill>
              </a:defRPr>
            </a:pPr>
            <a:r>
              <a:rPr sz="2400" b="1">
                <a:solidFill>
                  <a:srgbClr val="12263A"/>
                </a:solidFill>
              </a:rPr>
              <a:t>Conclusiones y reproducción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A99CD-030F-4799-9EC8-19150BFE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E7180"/>
                </a:solidFill>
              </a:defRPr>
            </a:defPPr>
            <a:lvl1pPr algn="l">
              <a:defRPr sz="1275" b="0">
                <a:solidFill>
                  <a:srgbClr val="5E7180"/>
                </a:solidFill>
              </a:defRPr>
            </a:lvl1pPr>
            <a:lvl2pPr algn="l">
              <a:defRPr sz="1275" b="0">
                <a:solidFill>
                  <a:srgbClr val="5E7180"/>
                </a:solidFill>
              </a:defRPr>
            </a:lvl2pPr>
            <a:lvl3pPr algn="l">
              <a:defRPr sz="1275" b="0">
                <a:solidFill>
                  <a:srgbClr val="5E7180"/>
                </a:solidFill>
              </a:defRPr>
            </a:lvl3pPr>
            <a:lvl4pPr algn="l">
              <a:defRPr sz="1275" b="0">
                <a:solidFill>
                  <a:srgbClr val="5E7180"/>
                </a:solidFill>
              </a:defRPr>
            </a:lvl4pPr>
            <a:lvl5pPr algn="l">
              <a:defRPr sz="1275" b="0">
                <a:solidFill>
                  <a:srgbClr val="5E7180"/>
                </a:solidFill>
              </a:defRPr>
            </a:lvl5pPr>
            <a:lvl6pPr algn="l">
              <a:defRPr sz="1275" b="0">
                <a:solidFill>
                  <a:srgbClr val="5E7180"/>
                </a:solidFill>
              </a:defRPr>
            </a:lvl6pPr>
            <a:lvl7pPr algn="l">
              <a:defRPr sz="1275" b="0">
                <a:solidFill>
                  <a:srgbClr val="5E7180"/>
                </a:solidFill>
              </a:defRPr>
            </a:lvl7pPr>
            <a:lvl8pPr algn="l">
              <a:defRPr sz="1275" b="0">
                <a:solidFill>
                  <a:srgbClr val="5E7180"/>
                </a:solidFill>
              </a:defRPr>
            </a:lvl8pPr>
            <a:lvl9pPr algn="l">
              <a:defRPr sz="127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7180"/>
                </a:solidFill>
              </a:defRPr>
            </a:pPr>
            <a:r>
              <a:rPr sz="1275" b="0">
                <a:solidFill>
                  <a:srgbClr val="5E7180"/>
                </a:solidFill>
              </a:rPr>
              <a:t>La evidencia queda en el repositorio junto con el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D281B-7412-4E97-86A2-C9CD2F70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E7180"/>
                </a:solidFill>
              </a:defRPr>
            </a:defPPr>
            <a:lvl1pPr algn="l">
              <a:defRPr sz="825" b="0">
                <a:solidFill>
                  <a:srgbClr val="5E7180"/>
                </a:solidFill>
              </a:defRPr>
            </a:lvl1pPr>
            <a:lvl2pPr algn="l">
              <a:defRPr sz="825" b="0">
                <a:solidFill>
                  <a:srgbClr val="5E7180"/>
                </a:solidFill>
              </a:defRPr>
            </a:lvl2pPr>
            <a:lvl3pPr algn="l">
              <a:defRPr sz="825" b="0">
                <a:solidFill>
                  <a:srgbClr val="5E7180"/>
                </a:solidFill>
              </a:defRPr>
            </a:lvl3pPr>
            <a:lvl4pPr algn="l">
              <a:defRPr sz="825" b="0">
                <a:solidFill>
                  <a:srgbClr val="5E7180"/>
                </a:solidFill>
              </a:defRPr>
            </a:lvl4pPr>
            <a:lvl5pPr algn="l">
              <a:defRPr sz="825" b="0">
                <a:solidFill>
                  <a:srgbClr val="5E7180"/>
                </a:solidFill>
              </a:defRPr>
            </a:lvl5pPr>
            <a:lvl6pPr algn="l">
              <a:defRPr sz="825" b="0">
                <a:solidFill>
                  <a:srgbClr val="5E7180"/>
                </a:solidFill>
              </a:defRPr>
            </a:lvl6pPr>
            <a:lvl7pPr algn="l">
              <a:defRPr sz="825" b="0">
                <a:solidFill>
                  <a:srgbClr val="5E7180"/>
                </a:solidFill>
              </a:defRPr>
            </a:lvl7pPr>
            <a:lvl8pPr algn="l">
              <a:defRPr sz="825" b="0">
                <a:solidFill>
                  <a:srgbClr val="5E7180"/>
                </a:solidFill>
              </a:defRPr>
            </a:lvl8pPr>
            <a:lvl9pPr algn="l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Taller #6 · TDD · Tres en Raya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5E164-4E2E-4BD9-B5F9-ABDC5797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E7180"/>
                </a:solidFill>
              </a:defRPr>
            </a:defPPr>
            <a:lvl1pPr algn="r">
              <a:defRPr sz="825" b="0">
                <a:solidFill>
                  <a:srgbClr val="5E7180"/>
                </a:solidFill>
              </a:defRPr>
            </a:lvl1pPr>
            <a:lvl2pPr algn="r">
              <a:defRPr sz="825" b="0">
                <a:solidFill>
                  <a:srgbClr val="5E7180"/>
                </a:solidFill>
              </a:defRPr>
            </a:lvl2pPr>
            <a:lvl3pPr algn="r">
              <a:defRPr sz="825" b="0">
                <a:solidFill>
                  <a:srgbClr val="5E7180"/>
                </a:solidFill>
              </a:defRPr>
            </a:lvl3pPr>
            <a:lvl4pPr algn="r">
              <a:defRPr sz="825" b="0">
                <a:solidFill>
                  <a:srgbClr val="5E7180"/>
                </a:solidFill>
              </a:defRPr>
            </a:lvl4pPr>
            <a:lvl5pPr algn="r">
              <a:defRPr sz="825" b="0">
                <a:solidFill>
                  <a:srgbClr val="5E7180"/>
                </a:solidFill>
              </a:defRPr>
            </a:lvl5pPr>
            <a:lvl6pPr algn="r">
              <a:defRPr sz="825" b="0">
                <a:solidFill>
                  <a:srgbClr val="5E7180"/>
                </a:solidFill>
              </a:defRPr>
            </a:lvl6pPr>
            <a:lvl7pPr algn="r">
              <a:defRPr sz="825" b="0">
                <a:solidFill>
                  <a:srgbClr val="5E7180"/>
                </a:solidFill>
              </a:defRPr>
            </a:lvl7pPr>
            <a:lvl8pPr algn="r">
              <a:defRPr sz="825" b="0">
                <a:solidFill>
                  <a:srgbClr val="5E7180"/>
                </a:solidFill>
              </a:defRPr>
            </a:lvl8pPr>
            <a:lvl9pPr algn="r">
              <a:defRPr sz="8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180"/>
                </a:solidFill>
              </a:defRPr>
            </a:pPr>
            <a:r>
              <a:rPr sz="825" b="0">
                <a:solidFill>
                  <a:srgbClr val="5E7180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12FBA-E989-4AB1-8CB9-6E997CF4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00A6A6"/>
                </a:solidFill>
              </a:defRPr>
            </a:defPPr>
            <a:lvl1pPr algn="l">
              <a:defRPr sz="1125" b="0">
                <a:solidFill>
                  <a:srgbClr val="00A6A6"/>
                </a:solidFill>
              </a:defRPr>
            </a:lvl1pPr>
            <a:lvl2pPr algn="l">
              <a:defRPr sz="1125" b="0">
                <a:solidFill>
                  <a:srgbClr val="00A6A6"/>
                </a:solidFill>
              </a:defRPr>
            </a:lvl2pPr>
            <a:lvl3pPr algn="l">
              <a:defRPr sz="1125" b="0">
                <a:solidFill>
                  <a:srgbClr val="00A6A6"/>
                </a:solidFill>
              </a:defRPr>
            </a:lvl3pPr>
            <a:lvl4pPr algn="l">
              <a:defRPr sz="1125" b="0">
                <a:solidFill>
                  <a:srgbClr val="00A6A6"/>
                </a:solidFill>
              </a:defRPr>
            </a:lvl4pPr>
            <a:lvl5pPr algn="l">
              <a:defRPr sz="1125" b="0">
                <a:solidFill>
                  <a:srgbClr val="00A6A6"/>
                </a:solidFill>
              </a:defRPr>
            </a:lvl5pPr>
            <a:lvl6pPr algn="l">
              <a:defRPr sz="1125" b="0">
                <a:solidFill>
                  <a:srgbClr val="00A6A6"/>
                </a:solidFill>
              </a:defRPr>
            </a:lvl6pPr>
            <a:lvl7pPr algn="l">
              <a:defRPr sz="1125" b="0">
                <a:solidFill>
                  <a:srgbClr val="00A6A6"/>
                </a:solidFill>
              </a:defRPr>
            </a:lvl7pPr>
            <a:lvl8pPr algn="l">
              <a:defRPr sz="1125" b="0">
                <a:solidFill>
                  <a:srgbClr val="00A6A6"/>
                </a:solidFill>
              </a:defRPr>
            </a:lvl8pPr>
            <a:lvl9pPr algn="l">
              <a:defRPr sz="1125" b="0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A6A6"/>
                </a:solidFill>
              </a:defRPr>
            </a:pPr>
            <a:r>
              <a:rPr sz="1125" b="0">
                <a:solidFill>
                  <a:srgbClr val="00A6A6"/>
                </a:solidFill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97841-1BDD-46B9-B572-765A0067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09800"/>
            <a:ext cx="944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</a:defRPr>
            </a:defPPr>
            <a:lvl1pPr algn="l">
              <a:defRPr sz="1500" b="0">
                <a:solidFill>
                  <a:srgbClr val="263746"/>
                </a:solidFill>
              </a:defRPr>
            </a:lvl1pPr>
            <a:lvl2pPr algn="l">
              <a:defRPr sz="1500" b="0">
                <a:solidFill>
                  <a:srgbClr val="263746"/>
                </a:solidFill>
              </a:defRPr>
            </a:lvl2pPr>
            <a:lvl3pPr algn="l">
              <a:defRPr sz="1500" b="0">
                <a:solidFill>
                  <a:srgbClr val="263746"/>
                </a:solidFill>
              </a:defRPr>
            </a:lvl3pPr>
            <a:lvl4pPr algn="l">
              <a:defRPr sz="1500" b="0">
                <a:solidFill>
                  <a:srgbClr val="263746"/>
                </a:solidFill>
              </a:defRPr>
            </a:lvl4pPr>
            <a:lvl5pPr algn="l">
              <a:defRPr sz="1500" b="0">
                <a:solidFill>
                  <a:srgbClr val="263746"/>
                </a:solidFill>
              </a:defRPr>
            </a:lvl5pPr>
            <a:lvl6pPr algn="l">
              <a:defRPr sz="1500" b="0">
                <a:solidFill>
                  <a:srgbClr val="263746"/>
                </a:solidFill>
              </a:defRPr>
            </a:lvl6pPr>
            <a:lvl7pPr algn="l">
              <a:defRPr sz="1500" b="0">
                <a:solidFill>
                  <a:srgbClr val="263746"/>
                </a:solidFill>
              </a:defRPr>
            </a:lvl7pPr>
            <a:lvl8pPr algn="l">
              <a:defRPr sz="1500" b="0">
                <a:solidFill>
                  <a:srgbClr val="263746"/>
                </a:solidFill>
              </a:defRPr>
            </a:lvl8pPr>
            <a:lvl9pPr algn="l">
              <a:defRPr sz="150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</a:rPr>
              <a:t>La suite manual aporta intención y trazabilidad durante el desarrollo.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B7719-8C19-4690-9C74-F443C9D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6B4A"/>
                </a:solidFill>
              </a:defRPr>
            </a:defPPr>
            <a:lvl1pPr algn="l">
              <a:defRPr sz="1125" b="0">
                <a:solidFill>
                  <a:srgbClr val="FF6B4A"/>
                </a:solidFill>
              </a:defRPr>
            </a:lvl1pPr>
            <a:lvl2pPr algn="l">
              <a:defRPr sz="1125" b="0">
                <a:solidFill>
                  <a:srgbClr val="FF6B4A"/>
                </a:solidFill>
              </a:defRPr>
            </a:lvl2pPr>
            <a:lvl3pPr algn="l">
              <a:defRPr sz="1125" b="0">
                <a:solidFill>
                  <a:srgbClr val="FF6B4A"/>
                </a:solidFill>
              </a:defRPr>
            </a:lvl3pPr>
            <a:lvl4pPr algn="l">
              <a:defRPr sz="1125" b="0">
                <a:solidFill>
                  <a:srgbClr val="FF6B4A"/>
                </a:solidFill>
              </a:defRPr>
            </a:lvl4pPr>
            <a:lvl5pPr algn="l">
              <a:defRPr sz="1125" b="0">
                <a:solidFill>
                  <a:srgbClr val="FF6B4A"/>
                </a:solidFill>
              </a:defRPr>
            </a:lvl5pPr>
            <a:lvl6pPr algn="l">
              <a:defRPr sz="1125" b="0">
                <a:solidFill>
                  <a:srgbClr val="FF6B4A"/>
                </a:solidFill>
              </a:defRPr>
            </a:lvl6pPr>
            <a:lvl7pPr algn="l">
              <a:defRPr sz="1125" b="0">
                <a:solidFill>
                  <a:srgbClr val="FF6B4A"/>
                </a:solidFill>
              </a:defRPr>
            </a:lvl7pPr>
            <a:lvl8pPr algn="l">
              <a:defRPr sz="1125" b="0">
                <a:solidFill>
                  <a:srgbClr val="FF6B4A"/>
                </a:solidFill>
              </a:defRPr>
            </a:lvl8pPr>
            <a:lvl9pPr algn="l">
              <a:defRPr sz="1125" b="0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6B4A"/>
                </a:solidFill>
              </a:defRPr>
            </a:pPr>
            <a:r>
              <a:rPr sz="1125" b="0">
                <a:solidFill>
                  <a:srgbClr val="FF6B4A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41901-D90E-455A-B51D-A4CD3AA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95600"/>
            <a:ext cx="944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</a:defRPr>
            </a:defPPr>
            <a:lvl1pPr algn="l">
              <a:defRPr sz="1500" b="0">
                <a:solidFill>
                  <a:srgbClr val="263746"/>
                </a:solidFill>
              </a:defRPr>
            </a:lvl1pPr>
            <a:lvl2pPr algn="l">
              <a:defRPr sz="1500" b="0">
                <a:solidFill>
                  <a:srgbClr val="263746"/>
                </a:solidFill>
              </a:defRPr>
            </a:lvl2pPr>
            <a:lvl3pPr algn="l">
              <a:defRPr sz="1500" b="0">
                <a:solidFill>
                  <a:srgbClr val="263746"/>
                </a:solidFill>
              </a:defRPr>
            </a:lvl3pPr>
            <a:lvl4pPr algn="l">
              <a:defRPr sz="1500" b="0">
                <a:solidFill>
                  <a:srgbClr val="263746"/>
                </a:solidFill>
              </a:defRPr>
            </a:lvl4pPr>
            <a:lvl5pPr algn="l">
              <a:defRPr sz="1500" b="0">
                <a:solidFill>
                  <a:srgbClr val="263746"/>
                </a:solidFill>
              </a:defRPr>
            </a:lvl5pPr>
            <a:lvl6pPr algn="l">
              <a:defRPr sz="1500" b="0">
                <a:solidFill>
                  <a:srgbClr val="263746"/>
                </a:solidFill>
              </a:defRPr>
            </a:lvl6pPr>
            <a:lvl7pPr algn="l">
              <a:defRPr sz="1500" b="0">
                <a:solidFill>
                  <a:srgbClr val="263746"/>
                </a:solidFill>
              </a:defRPr>
            </a:lvl7pPr>
            <a:lvl8pPr algn="l">
              <a:defRPr sz="1500" b="0">
                <a:solidFill>
                  <a:srgbClr val="263746"/>
                </a:solidFill>
              </a:defRPr>
            </a:lvl8pPr>
            <a:lvl9pPr algn="l">
              <a:defRPr sz="150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</a:rPr>
              <a:t>La IA aumenta la cobertura de combinaciones, pero requiere revisión humana.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B9DAE-86B6-4C3B-92C3-5259985C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00A6A6"/>
                </a:solidFill>
              </a:defRPr>
            </a:defPPr>
            <a:lvl1pPr algn="l">
              <a:defRPr sz="1125" b="0">
                <a:solidFill>
                  <a:srgbClr val="00A6A6"/>
                </a:solidFill>
              </a:defRPr>
            </a:lvl1pPr>
            <a:lvl2pPr algn="l">
              <a:defRPr sz="1125" b="0">
                <a:solidFill>
                  <a:srgbClr val="00A6A6"/>
                </a:solidFill>
              </a:defRPr>
            </a:lvl2pPr>
            <a:lvl3pPr algn="l">
              <a:defRPr sz="1125" b="0">
                <a:solidFill>
                  <a:srgbClr val="00A6A6"/>
                </a:solidFill>
              </a:defRPr>
            </a:lvl3pPr>
            <a:lvl4pPr algn="l">
              <a:defRPr sz="1125" b="0">
                <a:solidFill>
                  <a:srgbClr val="00A6A6"/>
                </a:solidFill>
              </a:defRPr>
            </a:lvl4pPr>
            <a:lvl5pPr algn="l">
              <a:defRPr sz="1125" b="0">
                <a:solidFill>
                  <a:srgbClr val="00A6A6"/>
                </a:solidFill>
              </a:defRPr>
            </a:lvl5pPr>
            <a:lvl6pPr algn="l">
              <a:defRPr sz="1125" b="0">
                <a:solidFill>
                  <a:srgbClr val="00A6A6"/>
                </a:solidFill>
              </a:defRPr>
            </a:lvl6pPr>
            <a:lvl7pPr algn="l">
              <a:defRPr sz="1125" b="0">
                <a:solidFill>
                  <a:srgbClr val="00A6A6"/>
                </a:solidFill>
              </a:defRPr>
            </a:lvl7pPr>
            <a:lvl8pPr algn="l">
              <a:defRPr sz="1125" b="0">
                <a:solidFill>
                  <a:srgbClr val="00A6A6"/>
                </a:solidFill>
              </a:defRPr>
            </a:lvl8pPr>
            <a:lvl9pPr algn="l">
              <a:defRPr sz="1125" b="0">
                <a:solidFill>
                  <a:srgbClr val="00A6A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00A6A6"/>
                </a:solidFill>
              </a:defRPr>
            </a:pPr>
            <a:r>
              <a:rPr sz="1125" b="0">
                <a:solidFill>
                  <a:srgbClr val="00A6A6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752F1-81AE-41F0-8D18-34AA1C3E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944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</a:defRPr>
            </a:defPPr>
            <a:lvl1pPr algn="l">
              <a:defRPr sz="1500" b="0">
                <a:solidFill>
                  <a:srgbClr val="263746"/>
                </a:solidFill>
              </a:defRPr>
            </a:lvl1pPr>
            <a:lvl2pPr algn="l">
              <a:defRPr sz="1500" b="0">
                <a:solidFill>
                  <a:srgbClr val="263746"/>
                </a:solidFill>
              </a:defRPr>
            </a:lvl2pPr>
            <a:lvl3pPr algn="l">
              <a:defRPr sz="1500" b="0">
                <a:solidFill>
                  <a:srgbClr val="263746"/>
                </a:solidFill>
              </a:defRPr>
            </a:lvl3pPr>
            <a:lvl4pPr algn="l">
              <a:defRPr sz="1500" b="0">
                <a:solidFill>
                  <a:srgbClr val="263746"/>
                </a:solidFill>
              </a:defRPr>
            </a:lvl4pPr>
            <a:lvl5pPr algn="l">
              <a:defRPr sz="1500" b="0">
                <a:solidFill>
                  <a:srgbClr val="263746"/>
                </a:solidFill>
              </a:defRPr>
            </a:lvl5pPr>
            <a:lvl6pPr algn="l">
              <a:defRPr sz="1500" b="0">
                <a:solidFill>
                  <a:srgbClr val="263746"/>
                </a:solidFill>
              </a:defRPr>
            </a:lvl6pPr>
            <a:lvl7pPr algn="l">
              <a:defRPr sz="1500" b="0">
                <a:solidFill>
                  <a:srgbClr val="263746"/>
                </a:solidFill>
              </a:defRPr>
            </a:lvl7pPr>
            <a:lvl8pPr algn="l">
              <a:defRPr sz="1500" b="0">
                <a:solidFill>
                  <a:srgbClr val="263746"/>
                </a:solidFill>
              </a:defRPr>
            </a:lvl8pPr>
            <a:lvl9pPr algn="l">
              <a:defRPr sz="150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</a:rPr>
              <a:t>La combinación alcanzó 100 % de líneas y ramas en la versión entregada.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CC3AB-C990-4129-9A85-067331C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6B4A"/>
                </a:solidFill>
              </a:defRPr>
            </a:defPPr>
            <a:lvl1pPr algn="l">
              <a:defRPr sz="1125" b="0">
                <a:solidFill>
                  <a:srgbClr val="FF6B4A"/>
                </a:solidFill>
              </a:defRPr>
            </a:lvl1pPr>
            <a:lvl2pPr algn="l">
              <a:defRPr sz="1125" b="0">
                <a:solidFill>
                  <a:srgbClr val="FF6B4A"/>
                </a:solidFill>
              </a:defRPr>
            </a:lvl2pPr>
            <a:lvl3pPr algn="l">
              <a:defRPr sz="1125" b="0">
                <a:solidFill>
                  <a:srgbClr val="FF6B4A"/>
                </a:solidFill>
              </a:defRPr>
            </a:lvl3pPr>
            <a:lvl4pPr algn="l">
              <a:defRPr sz="1125" b="0">
                <a:solidFill>
                  <a:srgbClr val="FF6B4A"/>
                </a:solidFill>
              </a:defRPr>
            </a:lvl4pPr>
            <a:lvl5pPr algn="l">
              <a:defRPr sz="1125" b="0">
                <a:solidFill>
                  <a:srgbClr val="FF6B4A"/>
                </a:solidFill>
              </a:defRPr>
            </a:lvl5pPr>
            <a:lvl6pPr algn="l">
              <a:defRPr sz="1125" b="0">
                <a:solidFill>
                  <a:srgbClr val="FF6B4A"/>
                </a:solidFill>
              </a:defRPr>
            </a:lvl6pPr>
            <a:lvl7pPr algn="l">
              <a:defRPr sz="1125" b="0">
                <a:solidFill>
                  <a:srgbClr val="FF6B4A"/>
                </a:solidFill>
              </a:defRPr>
            </a:lvl7pPr>
            <a:lvl8pPr algn="l">
              <a:defRPr sz="1125" b="0">
                <a:solidFill>
                  <a:srgbClr val="FF6B4A"/>
                </a:solidFill>
              </a:defRPr>
            </a:lvl8pPr>
            <a:lvl9pPr algn="l">
              <a:defRPr sz="1125" b="0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6B4A"/>
                </a:solidFill>
              </a:defRPr>
            </a:pPr>
            <a:r>
              <a:rPr sz="1125" b="0">
                <a:solidFill>
                  <a:srgbClr val="FF6B4A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54A5B-BB4B-42A9-AA33-B4B0CEB6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944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3746"/>
                </a:solidFill>
              </a:defRPr>
            </a:defPPr>
            <a:lvl1pPr algn="l">
              <a:defRPr sz="1500" b="0">
                <a:solidFill>
                  <a:srgbClr val="263746"/>
                </a:solidFill>
              </a:defRPr>
            </a:lvl1pPr>
            <a:lvl2pPr algn="l">
              <a:defRPr sz="1500" b="0">
                <a:solidFill>
                  <a:srgbClr val="263746"/>
                </a:solidFill>
              </a:defRPr>
            </a:lvl2pPr>
            <a:lvl3pPr algn="l">
              <a:defRPr sz="1500" b="0">
                <a:solidFill>
                  <a:srgbClr val="263746"/>
                </a:solidFill>
              </a:defRPr>
            </a:lvl3pPr>
            <a:lvl4pPr algn="l">
              <a:defRPr sz="1500" b="0">
                <a:solidFill>
                  <a:srgbClr val="263746"/>
                </a:solidFill>
              </a:defRPr>
            </a:lvl4pPr>
            <a:lvl5pPr algn="l">
              <a:defRPr sz="1500" b="0">
                <a:solidFill>
                  <a:srgbClr val="263746"/>
                </a:solidFill>
              </a:defRPr>
            </a:lvl5pPr>
            <a:lvl6pPr algn="l">
              <a:defRPr sz="1500" b="0">
                <a:solidFill>
                  <a:srgbClr val="263746"/>
                </a:solidFill>
              </a:defRPr>
            </a:lvl6pPr>
            <a:lvl7pPr algn="l">
              <a:defRPr sz="1500" b="0">
                <a:solidFill>
                  <a:srgbClr val="263746"/>
                </a:solidFill>
              </a:defRPr>
            </a:lvl7pPr>
            <a:lvl8pPr algn="l">
              <a:defRPr sz="1500" b="0">
                <a:solidFill>
                  <a:srgbClr val="263746"/>
                </a:solidFill>
              </a:defRPr>
            </a:lvl8pPr>
            <a:lvl9pPr algn="l">
              <a:defRPr sz="1500" b="0">
                <a:solidFill>
                  <a:srgbClr val="263746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</a:rPr>
              <a:t>Ejecución: mvn clean test · cobertura: target/site/jacoco/index.html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9E986-CE9C-4A09-8429-4D09FB4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FF6B4A"/>
                </a:solidFill>
              </a:defRPr>
            </a:defPPr>
            <a:lvl1pPr algn="ctr">
              <a:defRPr sz="1425" b="1">
                <a:solidFill>
                  <a:srgbClr val="FF6B4A"/>
                </a:solidFill>
              </a:defRPr>
            </a:lvl1pPr>
            <a:lvl2pPr algn="ctr">
              <a:defRPr sz="1425" b="1">
                <a:solidFill>
                  <a:srgbClr val="FF6B4A"/>
                </a:solidFill>
              </a:defRPr>
            </a:lvl2pPr>
            <a:lvl3pPr algn="ctr">
              <a:defRPr sz="1425" b="1">
                <a:solidFill>
                  <a:srgbClr val="FF6B4A"/>
                </a:solidFill>
              </a:defRPr>
            </a:lvl3pPr>
            <a:lvl4pPr algn="ctr">
              <a:defRPr sz="1425" b="1">
                <a:solidFill>
                  <a:srgbClr val="FF6B4A"/>
                </a:solidFill>
              </a:defRPr>
            </a:lvl4pPr>
            <a:lvl5pPr algn="ctr">
              <a:defRPr sz="1425" b="1">
                <a:solidFill>
                  <a:srgbClr val="FF6B4A"/>
                </a:solidFill>
              </a:defRPr>
            </a:lvl5pPr>
            <a:lvl6pPr algn="ctr">
              <a:defRPr sz="1425" b="1">
                <a:solidFill>
                  <a:srgbClr val="FF6B4A"/>
                </a:solidFill>
              </a:defRPr>
            </a:lvl6pPr>
            <a:lvl7pPr algn="ctr">
              <a:defRPr sz="1425" b="1">
                <a:solidFill>
                  <a:srgbClr val="FF6B4A"/>
                </a:solidFill>
              </a:defRPr>
            </a:lvl7pPr>
            <a:lvl8pPr algn="ctr">
              <a:defRPr sz="1425" b="1">
                <a:solidFill>
                  <a:srgbClr val="FF6B4A"/>
                </a:solidFill>
              </a:defRPr>
            </a:lvl8pPr>
            <a:lvl9pPr algn="ctr">
              <a:defRPr sz="1425" b="1">
                <a:solidFill>
                  <a:srgbClr val="FF6B4A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6B4A"/>
                </a:solidFill>
              </a:defRPr>
            </a:pPr>
            <a:r>
              <a:rPr sz="1425" b="1">
                <a:solidFill>
                  <a:srgbClr val="FF6B4A"/>
                </a:solidFill>
              </a:rPr>
              <a:t>Pendiente externo: conectar una cuenta de GitHub, crear el repositorio público y ejecutar push.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40A65-BF48-482C-8BE7-A1E731EE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24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5E7180"/>
                </a:solidFill>
              </a:defRPr>
            </a:defPPr>
            <a:lvl1pPr algn="ctr">
              <a:defRPr sz="1125" b="0">
                <a:solidFill>
                  <a:srgbClr val="5E7180"/>
                </a:solidFill>
              </a:defRPr>
            </a:lvl1pPr>
            <a:lvl2pPr algn="ctr">
              <a:defRPr sz="1125" b="0">
                <a:solidFill>
                  <a:srgbClr val="5E7180"/>
                </a:solidFill>
              </a:defRPr>
            </a:lvl2pPr>
            <a:lvl3pPr algn="ctr">
              <a:defRPr sz="1125" b="0">
                <a:solidFill>
                  <a:srgbClr val="5E7180"/>
                </a:solidFill>
              </a:defRPr>
            </a:lvl3pPr>
            <a:lvl4pPr algn="ctr">
              <a:defRPr sz="1125" b="0">
                <a:solidFill>
                  <a:srgbClr val="5E7180"/>
                </a:solidFill>
              </a:defRPr>
            </a:lvl4pPr>
            <a:lvl5pPr algn="ctr">
              <a:defRPr sz="1125" b="0">
                <a:solidFill>
                  <a:srgbClr val="5E7180"/>
                </a:solidFill>
              </a:defRPr>
            </a:lvl5pPr>
            <a:lvl6pPr algn="ctr">
              <a:defRPr sz="1125" b="0">
                <a:solidFill>
                  <a:srgbClr val="5E7180"/>
                </a:solidFill>
              </a:defRPr>
            </a:lvl6pPr>
            <a:lvl7pPr algn="ctr">
              <a:defRPr sz="1125" b="0">
                <a:solidFill>
                  <a:srgbClr val="5E7180"/>
                </a:solidFill>
              </a:defRPr>
            </a:lvl7pPr>
            <a:lvl8pPr algn="ctr">
              <a:defRPr sz="1125" b="0">
                <a:solidFill>
                  <a:srgbClr val="5E7180"/>
                </a:solidFill>
              </a:defRPr>
            </a:lvl8pPr>
            <a:lvl9pPr algn="ctr">
              <a:defRPr sz="1125" b="0">
                <a:solidFill>
                  <a:srgbClr val="5E7180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E7180"/>
                </a:solidFill>
              </a:defRPr>
            </a:pPr>
            <a:r>
              <a:rPr sz="1125" b="0">
                <a:solidFill>
                  <a:srgbClr val="5E7180"/>
                </a:solidFill>
              </a:rPr>
              <a:t>Referencia: github.com/gpalabral/TDD</a:t>
            </a:r>
          </a:p>
        </p:txBody>
      </p:sp>
    </p:spTree>
    <p:extLst>
      <p:ext uri="{BB962C8B-B14F-4D97-AF65-F5344CB8AC3E}">
        <p14:creationId xmlns:p14="http://schemas.microsoft.com/office/powerpoint/2010/main" val="1595851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2026-10-25T06:53:06.2770000Z</dcterms:created>
  <dcterms:modified xsi:type="dcterms:W3CDTF">2026-10-25T06:53:06.2770000Z</dcterms:modified>
</coreProperties>
</file>